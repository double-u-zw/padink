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>
      <p:cViewPr varScale="1">
        <p:scale>
          <a:sx n="109" d="100"/>
          <a:sy n="109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7.1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13 10321,'3'-13'0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7.5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68 125 7533,'-25'1'1439,"6"-13"-1439,0-21 0,14-2 0,9-11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9.3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83 43 7533,'-38'-8'-810,"11"2"810,13 0 0,11 1 0,4-4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4.6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75 112 7533,'-33'-53'-1260,"8"12"1440,13 29-180,7 7 0,7 8 0,2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5.0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12 7263,'-4'-2'-90,"1"-2"0,1-1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0.0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73 7533,'-5'-9'2968,"1"2"-2069,-1 2-359,2 2-360,1 0 540,1 2-361,0 14-269,2 15-180,2 30-449,2 26 89,1 0 180,-1-12-449,0-3-91,-2-37-179,0-1 89,-2-54-629,-1-34 540,-3-31 899,0-9 90,1 11 359,0 14-269,2 31 180,0 9 1439,2 23-90,-1 2-359,2 4-361,2 6-449,3 1 90,3 2-540,9-1-360,-2-2-270,11 2 90,-4 3-179,18 18 629,-13 1 360,1 17 1439,-40 32-900,-16-13-449,4-18 0,-5-2-540,-42 19-2519,28-39 2699,0-25 0,40-31 0,9-17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2.1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143 95 7533,'5'-34'1259,"0"10"810,1 1-1080,2 13-629,0 6-360,-2 14-360,-11 57-90,-11 14 495,3-17 0,-2 2-135,-2-6 1,0-6-1,-3 4 90,18-47-135,20-45 0,10-24 135,18-25 45,-14 29 0,3 6 135,16 8 89,-21 33 631,-3 24 89,-31 40-629,-8-8 0,-4 5-585,-2 1 0,-2 3-90,-9 16 1,-4 2-2070,-8 7 0,-2-8 2384,-11-5 0,-4 0 0,43-104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2.6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 7533,'22'-5'6026,"2"2"-4856,6 11-721,47 10-1258,-11-2-540,31 2-1530,-25-9 1710,-34-2-810,-8 1 1979,-63 11 0,10-3 0,-29 11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3.9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72 125 7533,'-35'17'3328,"16"-7"-2609,2-10 91,30-2-810,-1 17 0,9 26-225,-13 15 0,-4 6-225,3 23-135,-5-22 1,0-20-2384,-2-41 1798,0-43 1170,0-47 0,-1 27 0,-1 0 540,-2-18 1619,-2 3 180,1 59-1710,6 13 1,13 5-540,50-30-360,-1 7 90,-16 0 0,1 5-809,26 24 809,-32 18 540,-17 67-180,-37-17-91,-1-23 1,-3-1-269,-25 22-541,-30-10 180,19-37 360,-11-30-179,38-57 179,17 9 0,15-11-180,38 22-90,-3 14-629,24-3-419,-7 11 1498,-25 7 0,-5 3 0,-59 7 0,2 1 0,-22-3 2307,14-7-1047,17 1-91,2-3-899,23 7 180,1 10-181,6 19-1798,-4 61 810,-4-13-1440,-2 24 1259,-3-79 900,0-15 0,-1-38 0,0 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4.4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0 193 7533,'0'-78'3957,"8"4"-3327,-1 45-1529,24 18-361,-7 31 541,12 22 719,-14 1 0,-6-5 0,-6-6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4.8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36 7533,'-13'1'2428,"10"-3"-1978,8-4-1979,33-7-270,-4 5 1799,4 1 0,-16 7 0,-11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5.3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34 305 7533,'-24'51'2428,"15"-16"-2428,23-44-2158,38-72 2158,-28 35 0,-1-3 0,5-9 0,-1 0 0,5-31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6.7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54 142 7533,'1'-43'4767,"7"-1"-3598,0 14-809,9 6-1259,11 31-2429,-6 10 359,7 16 2969,-18 23 0,-17-8 0,-15 18 900,-38 8 1169,17-25-810,-8 3 180,60-54-1349,16-20-630,32-25-899,13-21 1079,-28 29 180,0-2 900,-45 47-360,-6 7 89,-8 13 361,1 15-540,6-5-90,0 18-360,10 33-90,5-8 225,-2-22 0,1 1-675,-1-4 1,-1-4-450,-2 9 89,-9-7-719,-17-90 1799,3 4-90,-7-28 3059,8 30-1350,8 16-270,0 14-540,16 7-449,12 1-270,13-10-989,28-12 539,-12 4-90,12-2-180,-27 30 181,-18 14-1,-21 32 315,-15-6 0,-7 1 315,-20 27-135,15-30 0,1-6 1484,-2-15-989,27-29-450,29-24-270,35-13 90,3 8-90,9 6 90,-7 13 0,-22 4-180,-3 2-1619,-34 9 1889,-8 1 0,-5 6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0.0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334 154 7533,'0'-7'2698,"0"-2"-1708,0-3 988,1-16-1618,-1 4-720,-4-11-179,-23 8-181,-5 15 990,-21 23 404,21 31 1,5 15-540,8-5 0,3 4 0,-4 27 0,7 6-720,16 10 1,6-1-1,-3-20 0,1 2 285,2-14 0,0 2 1,-2 3-121,-4 4 0,-3 3 1,-3-6 598,-2 4 1,-5-2-270,0 22 0,-12-21-1978,-26-54 2068,23-51 0,3-37 0,27-12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0.7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396 171 7533,'-11'-27'5127,"0"0"-3958,-4-14-1169,3 12 540,-4-6-2069,-5 23 1709,1 23 179,-7 24 91,10 24 0,5 12-136,3-6 1,1 5-165,1-6 0,1 6 0,3 1-120,4 13 0,3 2 0,1-4-435,-1 12 1,1 0 224,1-18 0,1 2 0,-2-3-675,-5 16 1,-3-9 584,-3-25 0,-4-4 0,-3 12 1,-9-17-811,-42-54-1888,17-59 2968,-2-18 0,37 30 0,6 0 0,0-9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1.4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457 87 7533,'-18'-12'6926,"2"0"-6836,-3-8-630,4 4 270,-5-4 90,-7 13 1529,4 23-719,-12 23-135,14 27 0,5 11-450,4-12 0,2 3-1,-4 28 1,6 5-315,16-2 1,5-5 89,-4-24 0,2-1-90,7 12 0,-2 1 135,-7-2 0,-6-4 180,-4-16 0,-4-1-90,-3 18 0,-10-3-225,-16-18 1,-7-12-1620,-20 0-405,19-69 0,4-17 2294,8-24 0,20-7 0,8-2 0,9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2.1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371 161 7533,'1'-19'6116,"-8"-10"-5756,-2 5 0,-17-18-810,3 18 450,-9 1 1439,-11 58-719,11 18-406,9-4 1,4 10 90,5 34 0,6 5-495,4-21 0,3 1 60,1-10 0,2 5 0,4-2-645,10 30 1,3-7 179,-6-24 0,-1-1 270,6 16 1,-8 0 224,-19-14 0,-7-6-180,-18 27 0,5-31 0,-6-21 180,-20-77 0,25-1 0,20-19 0,1 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2.8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282 206 7533,'9'-37'5936,"-2"5"-3327,-9 1-2609,-5 5-540,-5-11-269,-21 8 179,3 15 450,-13 26 944,22 35 1,8 15-495,2 0 0,3 7-180,2 2 0,3 7 0,2-1-176,2-7 1,3-2 0,2 4-215,3 19 0,4 5 0,-2-6-195,2 9 1,-1 0-76,-2-11 0,0 4 1,-5-11 209,-7-20 0,-5-5 315,-3 15 0,-10-21 45,-48-74 0,28-3 0,13-19 0,-1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3.6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97 484 7533,'7'10'2698,"2"-4"-2068,7-5-180,22-65-630,-7-8 0,-9 10 0,-5-5-315,-10 4 0,-8 5 136,-16-10 89,-22 21 1529,-30 95-359,22 6-361,-1 32-404,46-35 0,10 1-405,19 27 180,-3-27 0,6-1-360,10-1 1,1-2 359,7 29 0,-20-25 0,-12 4 1169,-34 11 1,-15-2-586,7-15 1,-5-4-315,-17 21 0,-3-26-1439,-13-94 944,53 2 0,15-14-675,11-2 1,10-10 0,5-2-1,-3 8 990,10-15 0,4 6 0,3 8 0,4 0 0,-6 18 0,1 19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4.4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132 486 7533,'-3'10'4317,"-1"-1"-3777,1-11-270,7-24-855,6-23 0,2-10 360,-2 11 1,-1-2 89,6-22 0,-7 2-135,-28-9 360,-6 38 270,-23 33 449,1 63-179,21 4-90,7 35-495,36-39 0,9-2-135,15 29-135,-4-31 0,2 4-135,-4 4 0,-7 2 495,-8-8 0,-7 4 764,-8 34 1,-12 1-136,-7-34 1,-8-6-225,-15 8 0,-5-20-1170,-6-49 630,12-81-2249,43 15 0,17-15 1,0 4 2248,1-6 0,3 1 0,0 14 0,3-2 0,-2 13 0,20-14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5.2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136 424 7533,'9'0'2968,"-2"1"-989,4-3-1439,-3-11-271,3-20-359,-6-18 1,-2-6-721,0-31 405,-3 26 0,-7 4 46,-26 5 628,0 45 271,-14 30 1079,8 67-899,16-14-361,12-18 1,11 0-629,45 28 89,12-11-405,-2-23 0,1 0-134,1 27 899,-24-20 0,-11 5 179,-24-6 1,-13 2 719,-21 22 1,-9-5-136,11-26 1,-4-8-990,-12 1 0,8-26-1799,32-88 0,21-37 45,4 16 0,8-6 1799,0 6 0,4-6 0,2 8 0,6 0 0,0 11 0,-7 22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5.7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182 209 7533,'-7'-49'3598,"-6"-5"-2699,-5 16 91,2 2 89,8 12-539,6 17 89,-1 29-989,-7 41 1,-2 17-91,1-5 0,0 7 0,-1 0 0,0 8 1,0-4-511,4-15 1,0-2 0,1-10-660,-4 24 1619,11-67 0,9-99 0,3-11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6.5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31 7533,'11'-24'5217,"-3"17"-3958,-10 25 450,2 36-1529,4-3-90,8 35-360,2 1 0,2 6 180,-4-27 0,0 0-540,1 31 1,6-24-810,6-65 989,-4-71 135,-8 1 0,1-10 90,3-25 1,-1 1 359,-4 34 0,0 4 89,1-9 1,3 13 1394,3 36-989,-5 27 0,4 20-136,-6 17 1,-1 9-450,0 0 0,0 4-405,4 30 0,1 3 0,-1-15 1,0-9-3959,3 0 4318,-1-46 0,-21-67 0,-4-1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7.5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94 142 7533,'4'-53'4677,"-2"6"-3418,-4 27-359,-1 5 269,0 11-899,-1 8 360,-3 19-1305,-4 36 0,0 13 0,1-3 1,-1 3 344,1-1 0,0 6 1,1-7-1470,2 2 0,5-15 450,8-28 359,14-98 990,-8 7 0,-1-13 0,-2 4-405,1-2 1,-2 1 988,2-10 1,-4 12 3373,-10 38-1890,2 31-898,-3 10 269,17 20-1169,2 8 0,13 36-450,-6 11 0,0 6-180,-5-27 0,0-1 45,3 34 1,3-34-946,12-103 181,-8-52 764,-8 6 0,0-8-45,3 1 1,1 6 673,-8 35 1,2 6 135,19-31 1979,-13 118-900,-6 16-1125,-5-9 1,0 7 270,4 33 0,1 3-1125,-3-25 0,0-2-854,3 23 0,4-20 1304,0-55 0,-13-26 0,-8-43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8.1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138 130 7533,'0'-39'2248,"-1"4"-1798,0 4 2249,3 13-2070,1 11-89,3 18 0,-14 56-900,-9 22-315,1-12 1,-2 9-46,1-8 0,-1 5 1,2-8-46,0-4 1,4-12 764,4 5 0,18-110 0,5-18 0,-1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8.9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1 173 7533,'0'-34'5846,"1"13"-4766,1 12-91,6 22-179,19 49-271,0 22-899,-8-13 1,-1 8 119,-6-13 0,-2 5 0,-1-7 105,0-2 0,1-4-315,0 17 1,2-29-766,3-86 1,1-29 584,-1 9 1,0-7 449,0-4 0,2-9 0,0 3 300,0 7 0,1 1 0,-1 8 105,0 2 0,1 6 1664,19-30 1349,-20 118-2518,-6 9 179,4 42-405,-2-2 1,0 7-450,-1-15 0,1 2-285,-1-6 0,1 3 1,1-6-1201,1-4 1,1-8 270,2 5 1169,-18-57 0,-8-27 0,-11-13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19.6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12 200 7533,'-7'-36'4497,"2"2"-3238,14 2-989,3 15-809,12 22-901,9 69-1888,-8-19 1709,6 22 1619,-6-121 0,-8-3 0,-7-3 0,-2-1 4228,-2-9-2789,-3 29 0,-1 22-629,1 27-1350,-1 14-1439,0 19 1979,-12 8 0,-4 2 0,-2 12 0,-2-15 0,0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1.1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 58 7533,'-8'-1'6656,"4"5"-6116,0 17-406,5 30 1,3 11-675,-2-6 1,1 3-271,1 26 1,1-4-3958,2 2 3597,-4-80 1170,1-66 0,-5-4 0,-1-4 180,-2-25 1619,-2 5 990,-2 76-2250,4 17 1,4 6 989,35-31-719,5-8-900,31-26-2069,13 14 1439,-28 29 720,2 28 0,-47 71 90,-20-2-90,-2-25 0,-6 0-315,-9-7 1,-6-7-676,-28 13 181,-2-28 809,26-87 539,31 1 1,18-25 90,36 40-900,-8 22 0,15 5 0,-17 30 180,-20 10 630,-17 30-495,-27 8 0,-11 5-45,5-12 0,-4 1 0,-13 22 0,-3-4 584,13-30 1,4-10 225,-5-2-720,27-37-360,68-51 0,1 7-135,-13 15 0,3-1-854,6 1 0,-3 2-180,16-13 629,3-6 271,-60 25 539,-47-7 0,0 4 1439,-39-27-360,40 25 1350,-4-12-810,34 29 450,16 2-1170,2 16-629,12 19 90,-8 29-630,-4 34 0,-1 15-225,-1-5 1,-1 5-46,-1-7 0,1 5 1,-2-4-1,-1-17 0,0-4 0,-1-6 180,1-3 1,-2-11-990,-2-7 1349,-4-112 0,-2-5 0,1-19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1.5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0 11041,'-3'6'4767,"6"0"-4677,11-3-2609,16 0 2519,40 1 0,-28-1 0,19 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2.1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59 262 7533,'-36'28'5217,"13"-8"-3868,63-43-1529,7 4-90,35-19-5127,11 2 3778,-36 6 1619,-1-13 0,-68-3 0,-4 11 0,-19-5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3.1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168 229 7533,'-43'-41'2698,"-10"-28"-1529,21 23-269,1-10 629,42 40-1439,2 24-90,18 76-135,-20-35 0,-3 6-15,1 7 0,0 9 0,-2-1-17,-1-3 1,-2 0-1,0 0-1587,2 35 0,-1-7 1214,-1-36 1,-2-13-361,-4-20-40,-7-65 1,-3-24 1109,-9-18 999,0 29 1,-2 7 269,1 25 321,-1 19-1221,17 26-179,14 26-450,-2-2 360,6 28 225,-6-23 0,-1-1-675,5 16-900,19-13-539,6-96 360,10-29 854,-19 10 0,-2 0 855,5-10 540,0 0 359,-20 50 810,-4 13-1260,-2 10-89,0 6 179,4 28-899,-1 8-270,3 34-360,-5-24 1,-1-1-811,3 13-2427,-2-44 3777,-6-58 0,-5-43 0,-3 20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3.7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71 7533,'-1'-29'2968,"-1"7"-1079,0 8-1349,2 9 89,5 7-449,6 47-1079,-1 19 314,-4-7 0,0 8-1034,-1 29 0,0-1 1079,-1-38 1,0-6 539,7 42 0,-3-113 0,-1-44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4.2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7 146 7533,'-6'1'4857,"13"-12"-4947,10-5-90,15-10-2428,20-6 1438,-16 10-629,3 2 1799,-31 11 0,-13 2 0,-7 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4.8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60 7533,'-1'-34'1079,"1"8"990,6 26-2069,0 21 0,6 21 90,-7 8 0,-2 6-450,1 36 315,-4-27 0,-3-1-315,-11 22 180,2-39 90,-3-20-179,12-43 179,11 0-90,10-5 450,47-10-2249,1-11 1979,-16 6 0,0-5 0,-11-2 0,-4-2 0,19-32 0,-14 7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5.7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108 289 7533,'4'-38'3598,"-3"5"-2339,-2 1 0,-1 0-1349,2 13 270,0 1-630,0 48 271,-7 22-1,-6 43-585,1-35 0,-1-3-944,-3 3-269,1-41 1978,11-69 0,6-28 0,-2 22 0,0-1-765,-1-22 0,-1 4 3554,-8 14-990,2 32-540,-2 24-359,9 29-810,5 5 0,1 25-46,0 17 1,0 8 45,-1-7 0,1 2-150,-3-4 0,1 4 0,6-13-2818,31 7 719,-3-95 2159,-8-23 0,-5-12 0,-7-1 0,-3 2 0,9-36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6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0 7533,'5'16'5397,"-6"17"-4408,-3-3-719,-4 10-360,5-4-1979,1-4 1080,1 21 809,-15 45 540,6-29 359,-4 0-449,24-82-540,16-40 90,21-23 180,5 15 90,-9 20 540,-9 47 179,-23 41 91,-11 29-91,-11 21-539,-6-23 0,-2 1-900,2-18 1,-1-2-136,-3 18 1,-6-15-2474,-17-37 1169,18-47 1239,10-25 1,6-7 959,5-19-130,2-3 0,4 62 5037,16 39-3598,5-1-540,54 33-629,-7-22-585,-18-12 1,0 1-46,25 10-989,-3 10 539,-33-15 1,-11-1-541,-30-74 721,-8-13-91,0 6 0,-2-8 720,-8-19 0,-1 1 0,8 21 0,-1 3 360,-5-12 0,2 5 2428,3-1-1708,5 34-181,2 7-629,8 36-360,2 20 180,4 35-315,-3 24 0,-1 11 45,-1-16 1,0 2-241,0-11 0,-1 3 0,1-10-3088,1 26 3508,-9-96 0,-1-34 0,-9-35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7.4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 7533,'1'-14'4317,"12"6"-3507,6 16-3329,30 21 1620,-6 0-1080,1 0 1979,-22-18 0,-21-16 0,-8-4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7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21 7533,'-3'-7'3957,"0"0"-2068,-2 3-1529,7 2-360,10 8-4767,29 20 2248,-5 2 2519,7 6 0,-20-10 0,-11-9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8.4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1 7533,'-24'22'2248,"7"-7"-1438,12-6-270,17-15-990,18-6-3058,20-3 3508,-21 6 0,9 5 0,-27 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8.9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31 305 7533,'-16'35'2788,"8"-13"-2158,2 0-1620,41-57-449,0-13 1439,-2-9 0,0-5 0,3-19 0,-18 31 0,1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29.4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1 101 7533,'6'-31'3508,"-1"6"-1080,3 2-1888,5 12 90,12 1-4318,27 12-360,-11 7 4048,11 4 0,-29 2 0,-8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0.1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60 239 7533,'-29'47'2788,"14"-19"-1888,-1 0-271,58-61-449,6-5-900,-8 3 1,5-2-855,5 0 0,-1 3 404,12-9 1170,1 3 0,-74 34 0,-12 7-269,-24 3 1978,-6-1-720,20-7 270,2-6-539,35-7-630,6 7-180,8 5 540,-12 55-91,-16 19-359,-3-4 0,-5 10-660,-5-8 1,-3 5 0,2-8 299,1-3 0,1-5 360,-8 13 0,9-29 0,21-59 0,8-29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0.6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 7533,'30'-11'0,"-4"11"0,12 9 7016,16 13-6657,-11-9-2787,13 0-1350,-26-10 1259,-22-2 2519,-22 3 0,-10 3 0,-10 5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1.4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146 1 7533,'-30'8'3508,"14"-6"-2969,8-2-179,20-4-90,8 15-270,7 77-135,-17-40 0,-3 5 0,3 29 0,-4 4-315,-5-9 1,-3-8-451,-3 8-2698,-14-96 3598,4-57 0,3 9 0,-1-2 0,-8-27 270,-7 18 720,10 35 179,1 19 270,13 38-1259,3 4 0,1 20 90,-8 46-540,1-5-855,0-20 1,1-5 1124,4-15 0,5-20 0,7-49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2.2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1 105 7533,'11'8'4317,"-2"1"-3597,3 3-630,7 20-1080,-4-1-1258,6 24 988,-12-30-269,-2-20 1529,-3-75-719,-1 8 719,2-29 1529,0 55 1349,3 14-1709,1 22-719,5 9 270,8 28-360,-4 1-270,6 24-1350,-6 10 631,-10-26-990,0-1-1889,-20-71 3508,4 6 0,-10-25 0,7 22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2.9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60 150 7533,'-16'3'3328,"-5"7"-2609,7-3-269,5 3 180,47-36-1170,-3-1 180,28-22 0,-9 10 900,-13 17-90,-7 6 180,-17 18 89,-9 27-899,-5 10-180,1 31 135,-8-11 1,-3 3-496,-6 34 405,2-33 0,-6-6-1034,-25-5 360,10-59-1,-6-58 990,27 1 0,5-4 0,0 11 0,1 0 0,1-2 0,0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3.4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72 66 7533,'14'-33'2158,"-6"12"-89,-1 10-1349,-4 22-540,1 17-180,-1 58-270,-8 13-180,0-19 0,-3 11 120,-3-7 1,-4 5-1,2-6 195,0 1 0,0-5 135,-4 13 0,7-27 0,11-59 0,10-55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8.2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287 219 7533,'-10'-21'5217,"0"-2"-4947,-3-2-91,-12-24-448,3 12-1530,-25-14 1619,18 39 270,-8 26 90,20 77 629,10 5-314,8-22 0,4 2-661,2-11 0,3 2 76,2 2 0,1 6 0,-1-3 0,1 15 0,-2 1-90,-1-13 0,1 5 0,-7-4 0,-14 19 0,-5-9-225,6-31 1,-6-8-2205,-40 10 2609,36-106 0,6-26 0,-2 25 0,3-3 0,4-32 0,0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08.8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401 103 7533,'5'-16'6116,"-13"-5"-5576,-6 7 0,-15-6 269,-19-1-449,7 11-180,-15 22 90,28 37 0,8 15-91,5-16 1,4 7-30,3 23 0,3 12 0,5-5-105,7 1 0,5-1-257,-1-8 0,1 3 0,2 1-88,5 0 0,2 0 1,-2-5-195,1 3 0,-2 0 104,-3-8 0,-2 3 1,-7-7 74,-11-6 0,-8-4 45,-3 2 0,-8-5-1978,-44 17 2248,-11-88 0,26-18 0,27-9 0,1 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4.1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314 207 7533,'-4'5'6116,"1"-1"-5216,-3-26-720,0-7-360,-20-44 0,0 28 630,-17-1 179,4 62 90,17 31 1,6 15-270,4 0 0,4 7-151,3 0 1,3 6 0,4 3-510,5 18 0,6 4 1,0-4-211,-2-22 0,0-4 0,1 2 180,4 15 0,1 2 1,-3-6-751,0 8 1,-4-7 809,-6-19 0,-5-2 90,0 14 0,-14-9-2158,-47-18 1168,8-93 1080,-7-24 0,42 4 0,7-5 0,-2-22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5.7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267 140 7533,'-3'-21'4407,"-2"-1"-3507,-12-14-361,1 10 361,-10-7-3059,-10 31 180,10 24 3238,-7 65-809,26-35 0,6 6 149,3 15 1,4 11 0,1-5-465,0 1 0,3 2-270,0-10 0,2 10 0,1-2 0,-3-9-90,1 1 0,-2-3-45,6 25 1,-8-2-226,-15-32 0,-8-8 225,-15 17-899,-28 2-1080,7-124 2249,22 11 0,16-14 0,8-5 0,10-9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6.4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271 240 7533,'6'-36'3778,"-11"-11"-3149,-7 3-89,-12-5-360,-13 14-810,7 15 540,-9 11 1349,4 59-449,13 11-450,9-8 0,4 9 119,9 5 1,6 6 0,0-1-211,4 14 1,1 3-270,1-8 0,2 4 0,0-3-330,0-13 1,0-2-1,-2-5 60,0 7 0,-2-2-90,-1 7 1,-9-3-721,-12-16 1,-7-6-450,-14 9-630,-19-13 2159,19-76 0,6-20 0,8-19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7.1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219 166 7533,'1'-14'2608,"-1"0"-449,-11-16-1619,-1 3-540,-11-10 270,-6 9-540,-2 13 360,-5 16 989,-2 71-629,19 15-181,7-16 1,7 9 60,9-11 0,5 5 0,2-4-375,1 9 0,3 0-75,0-14 0,3 1 0,0-3-645,6 6 1,-3-6 134,4 27 450,-14-34 1,-9-1-406,-18-1 0,-7-6-1124,-15 7 1709,-21-45 0,29-52 0,8-50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7.8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230 254 7533,'5'-25'3508,"-1"-5"-900,-5-15-1978,-5 6-720,-5-8-1259,-14 13 719,1 16 360,-11 3 630,-5 64 539,11 8-539,10-5 0,4 7 314,8 19 1,7 2-405,2-17 0,3 0-180,4 20 0,5 2-315,11-2 0,2-4-45,-7-22 0,-1-1 0,7 12 1,-5 0-91,-11-16 0,-6-3 450,-7 26-540,-18 20-2338,-31-41 1349,10-53 1439,-5-8 0,20-46 0,11 14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8.5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218 143 7533,'-15'-44'4767,"-2"4"-4137,-4 14-720,0 4-90,-9 11 180,7 14 360,-8 20 1259,9 69-360,8 3-870,15-28 1,4 10 0,2-5-435,3 1 0,3-1 45,7 23 0,3 1-1214,0-21 0,-1-5 809,-9-20 0,-1-1 135,2 6 0,-7-2 91,-33 28-361,-3-34-1259,-23-3 1799,14-62 0,10-7 0,7-22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9.2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193 172 7533,'-4'-37'4677,"-2"7"-4137,-7-14 269,-12 5-899,3 17 90,-26 25-90,21 31 360,-8 37 90,22 13 629,17-3 1,6 5-765,1-15 0,2 0-136,0-7 1,2 4 0,2-1-405,11 25 1,-1-6-181,-9-28 0,-2-1 45,1 21 1,-7-4 179,-19-3-629,-20 14-271,-13-36 1170,-8-37 0,18-23 0,1-30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39.9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190 180 7533,'11'-39'5127,"-7"-6"-4408,-11 15-719,-5-4-90,-10 14-269,1 9-181,-11 16 1170,-13 60 179,15 5-404,10-13 0,5 7 449,15 13 1,8 0-810,0-19 0,4 1-405,6 17 0,5-1-405,4-12 1,-1-5-226,7 30 765,-14-34 1,-6 2 359,-14-2 0,-6-1-45,-10 23-90,-16 14-4678,-7-59 4678,17-22 0,-5-24 0,20-13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0.6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215 243 7533,'-2'-49'3867,"-3"4"-2607,-3-3-721,-8 2-359,-4 16 0,-5 6-270,-21 60 450,12 11 0,12-4 0,2 6 449,8 15 1,7 3-496,6-12 1,5 1 45,3 18 0,7 2 0,8-8 0,6 0-46,4 7 1,-1-1-1125,-5-8 1,-3 0-181,0-1 1,-9 1-1,-19 3 1,-9-2 1439,2-16 0,-7-2-1530,-15 19 1,-7-16-450,-1-46 1529,-2-15 0,40-69 0,9 7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1.3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199 346 7533,'5'-56'6206,"0"-8"-4677,-7 23-1259,-3-9-630,-15-4-449,1 17-91,-11-6 541,-1 66 448,6 28 1,8-2 0,2 9-90,3 37 0,5 6 1124,5-23 1,2 0-855,2-9 0,0 2 0,6-2-91,13 15 1,4-6-720,-8-22 1,1-3-136,4 8 1,-3-1 134,-10-5 0,-6-2 630,-8 28-45,0-27 0,-7-2-1754,-37 14 1709,13-43 0,-7-15 0,24-38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2.0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296 254 7533,'-9'-37'3867,"-2"-19"-2697,2 21-1,-3-16-719,-7 13-450,1 18 90,-11 3-270,-10 55 720,8 4 539,-8 41-360,25-10 1,6 4-540,4-10 0,3 3-45,2 25 0,8 4-615,4-32 0,5 1 1,0-5 209,1 1 0,0-1-405,11 32 1,-3-5 314,-10 0-90,-16-13 0,-9-1-269,-17 7-181,2-29 1,-7-15 899,-32-55 0,25-3 0,-3-46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2.8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278 228 7533,'9'-52'6386,"-8"-5"-5397,-9 29-449,-4-5-630,-8 8-270,4 9-269,-9 0-91,-6 29 1080,6 22 899,-5 36-90,19 7 1,6 6-945,4-13 0,2 1-135,1-6 0,1 3 0,3 0-510,6 0 0,3 0 0,0-4-210,1 7 1,1-1 224,5 14 0,-2-1 360,-10-21 0,-6-6 225,-9 29-135,-2-32 0,-8-3-2923,-46 15 539,13-36 2339,-14-43 0,34-24 0,7-25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3.5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326 176 7533,'-19'-35'3778,"8"10"-2519,-9-14-630,8 11-718,-6 1-181,-3 6 90,-24 20 270,7 31 449,-16 34 270,27 7 1,7 9-405,6-13 0,3 2-135,0 25 0,9 6-480,10-28 0,6 2 0,1-5-150,3 13 0,2-2 0,-2-14 1,2 2-1,-3-4-90,2 11 1,-3-5 449,-6-10 0,-4-2 179,-3 1 1,-9-2-450,-14-3 1,-8-10-721,-16-6 990,-11-45 0,32-38 0,13-35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4.2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344 275 7533,'4'-48'3688,"-6"9"-1260,-14-11-1798,-2 17-360,-11-9-630,-12 8 0,8 16 270,-11 7 900,3 66 89,14 11-629,11-9 0,4 9-120,11 1 0,5 7 0,2-2-150,4 13 0,2 2-120,1-8 0,2 3 0,2-2-510,1-10 0,2-2 1,-2-5 314,0 5 0,-2-3 225,4 8 0,-8-1 315,-21-17 0,-8-5-495,-16 25-270,4-26 1,-7-11 539,-30-34 0,26-16 0,3-48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4.9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302 180 7533,'-8'8'4947,"4"-6"-4317,-1-10-181,4-28-179,-3 0-630,-4-15-269,-23 12 719,1 19-90,-17 24 269,7 69 541,20 10-450,14-18 0,7 8-301,8-9 1,6 3 0,0-2-60,2 10 0,0 0-210,-1-9 0,1 3 1,-5-1-106,-4 17 0,-7-6 405,-4-19 0,-3-2-180,-5 14 0,-9-5-1709,-46 7 1799,20-66 0,-8-15 0,34-54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5.6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258 162 7533,'0'-20'3418,"-2"2"-2429,-2-9-449,-8-8-540,-1 9-180,-8-4-270,-13 24 810,8 24 90,-11 25 89,24 17 1,7 10-405,2-7 0,3 2 90,3 28 0,5 4-405,3-30 0,3 1 0,0-3-135,2 8 0,0 0 0,5 13 1,-5 2-496,-13-4 1,-7-5 539,-1-23 0,-5-2-90,-2 17 0,-9-24-2608,-30-88 2968,21 1 0,9-14 0,3-5 0,4-7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6.4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157 284 7533,'11'-55'1979,"-3"15"-540,0-16 0,-4 12-1619,-2 15-270,-13-9 90,-3 25 450,-14 5 360,0 27 540,-10 55-361,13 4-359,11-20 0,4 7-45,13 15 0,6-1-450,-1-18 0,2-1 45,7 18 0,1 0-90,0-9 0,-2-5 270,1 33 45,-9-37 0,-6 1 0,-11-7 0,-5-5-944,-10 13-2789,-23-27 3688,25-67 0,-4-29 0,20-10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7.1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201 200 7533,'0'-50'2518,"1"9"-989,-1-5 90,1 14-1439,-3 15 0,-3 4-270,-17 18-449,-2 16 629,-13 18 224,16 8 1,4 5 405,-6 38-540,11-26 0,5 4-1,14 11 1,7-1-405,-3-17 1,1 1 44,8 17 0,2 2-225,-5-3 0,-3-2 450,-5-18 0,-3-1 45,-1 16 0,-7-2-135,-12-11 0,-5-7-1214,-15 11-1080,-13-13 2339,19-86 0,12-8 0,7-31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7.8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329 77 7533,'-2'-17'5936,"-8"-3"-5306,-2 7-450,-7-4 629,-6 8-989,3 9-359,-10 17 1168,-1 61 1,15 3-495,8-17 0,6 6 359,17 20 1,7 2-630,-6-20 1,2 1-136,9 22 0,-1 1-90,-9-14 0,-6-4 225,-7-17 0,-4-1 0,-3 13 1,-12-9-3554,-59-11 719,18-81 2969,18-5 0,6-10 0,16-13 0,6-2 0,3 8 0,0 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8.5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238 196 7533,'0'-21'4137,"0"7"-2068,-3-20-2159,-1 11-180,-4-14 360,-15 1-539,0 17 89,-12 8 1079,-2 73-89,16 7-315,9-11 0,7 7 224,17 18 1,7 0-630,-5-19 0,2 1-180,10 18 0,2 1-315,-6-11 1,-2-5 359,-7-17 0,-3 0 180,-1 10 0,-7 0 405,-15-8 0,-9-5-2519,-18 6-719,-27-18 2878,16-88 0,14-7 0,10-23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9.2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228 149 7533,'7'-5'4587,"-10"-12"-3687,-8-1-810,-16-22-540,-4 9 180,-2 3 90,3 19 810,2 54-1,13 6 1,1 47-136,25-22 1,6 2-405,-3-17 0,2 0-180,11 21 0,3-1-450,0-14 1,-2-4 179,5 26 270,-14-38 0,-9 1-90,-23 3 1,-9-4-1531,-19 19 990,6-25 1,-2-20 719,-22-86 0,20 4 0,23-4 0,0 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49.9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225 153 7533,'-2'-18'3778,"-3"0"-2609,-4-7-360,-14-12-1078,3 11 269,-11-3-360,-4 43 540,10 16 179,-7 32 271,23-4 0,6 5-316,4-10 1,5 2-225,1 21 0,7 2-315,15 0 1,4-5-136,-11-19 0,1-3 90,7 8 0,-3 0-269,-8 30 449,-20-20-360,-19 21-2698,-41-26 1708,11-39 1440,-14-37 0,36-24 0,10-20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0.6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211 62 7533,'1'-8'5127,"0"1"-4857,-6-5-540,-3 0 90,-8-5 360,-20 12 629,4 21-269,-11 20 314,27 14 1,7 8-495,5 36-315,6-29 0,7 2-315,15-1 0,4-3-270,-6-17 1,0-1 89,7 9 0,-3 3 180,-10-2 1,-7-1 448,-9 36-179,-5-29 0,-9-2-765,-14-11 1,-6-9-1215,-14-10 1979,-13-75 0,37-16 0,16 10 0,0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1.4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166 180 7533,'4'-10'4587,"-1"-7"-4407,-2-8-360,-14-23-90,-1 14 270,-16-7 450,-9 36 270,5 31-361,1 20 91,24 9 0,8 5-270,12 39-270,0-28 0,5 0 135,3-15 0,2-1-585,7 20 0,-1 0 450,-9-22 1,-2 1 89,4 16 0,-7 1 224,-18-15 1,-7-2-315,-13 39-4947,-36-40 5037,26-101 0,-6-22 0,35 12 0,-1 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2.1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195 70 7533,'0'-6'3328,"0"-1"-1439,-1-3-1529,-3 2-720,-12-9 90,-1 7 90,-12-2 630,2 17 1079,-9 54-540,15 6-674,10-10 0,6 6-225,19 13 0,7-1-315,-5-16 0,3-1 90,11 15 0,1 0-360,-5-8 1,-3-3 224,2 29 540,-14-33 0,-10 0-1530,-47 33-808,0-40 89,-25-19 1979,32-65 0,10-18 0,15-12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2.8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178 149 7533,'1'-37'4767,"-3"4"-3957,-6 7-721,-4 4-89,-6 2 180,-2 10-539,-12 43 808,9 10 315,7 19 1,5 8-540,7-16 0,3 1-180,3 24 0,4 1-135,3-19 0,5 0-360,7 21 1,2 0 314,-8-21 0,-1-1 90,6 14 0,-9 1-180,-20-6 0,-8-5-45,-13 15-1169,-26-10-1260,34-115 1,7-25 2698,7 20 0,3-2 0,1-35 0,5 1 0,6 37 0,0 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3.5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209 130 7533,'-3'-24'5666,"-4"-1"-4496,-2 3-720,-6-2-271,2 10-538,-4 0-541,-8 7 1080,5 16 90,-6 20 494,16 22 1,5 10-450,1-7 0,2 3-180,2 26 0,5 6 44,7 6 1,3-3-405,-2-23 1,0 0-46,5 14 0,-2 1-360,-6-8 1,-3-4 404,-4-14 0,-3 0 0,-1 17 0,-7-3-1259,-11-18 0,-4-10-225,-12-5 1709,-10-68 0,25-36 0,13 12 0,1 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4.2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148 230 7533,'0'-33'2698,"-2"3"-1349,-9-28-1529,0 19 540,-9-10 270,-6 28-360,4 24 359,-10 48-359,18 3 315,7 19 0,5 6-361,5-24 1,4 1-270,1 29 0,4 6-75,1-22 0,2 1 1,-1-2-286,1 11 0,-1 1 255,-3-15 0,1 4 0,-5-1 240,-7 29 0,-7-4 0,1-26 0,-3-1 0,-4 16 0,-3-7-1349,-10-3-1889,9-65 3148,5-14 0,6-46 0,2 11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4.9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240 110 7533,'-7'-30'4857,"-2"4"-3778,-5 8-899,1 5 0,-6-3-899,-8 10 898,3 18 271,-8 19 224,17 15 1,5 7 225,-2 42-765,8-25 0,7 6-90,10 15 0,5-2-495,-4-23 0,1 2 150,-1 3 0,1 5 1,-4-7 74,-3-11 0,-4-2 135,-3 16 0,-6-1-360,-20 25-45,-1-48 1,-4-9-586,-8-11-1348,-4-58 2428,38-42 0,13-13 0,-7 25 0,3-1 0,5-20 0,0-1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5.7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222 149 7533,'-10'-30'6116,"0"0"-3957,-14 0-2519,8 8 0,-1-3-1259,1 14 810,1 11 989,-10 17 2428,-12 65-1528,12 1-541,9-21 1,5 4-360,14 1 0,6-1-810,0-14 0,3-1 0,7 13 1,3 1-91,0 9 1,-1-2 539,-8-18 0,-2 0 585,2 17 0,-7 1-46,-16-12 1,-6-4-1529,-10 23-90,-17 3-3419,17-93 4678,18-30 0,8-34 0,13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6.4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218 143 7533,'-2'-32'2518,"-2"2"-1079,-5-4-629,2 13-90,-2 1 269,2 14-629,1 13-360,-1 6 539,-2 29-179,3 0 0,-2 22-90,5-10 0,1 4-1,1-6 1,0 2 45,2 24 0,2 6 90,9 14 0,2-2-585,-2-23 0,1-2-180,5 16 0,-1 0-360,-7-15 1,-5-4 269,-4-15 1,-5 0-361,-12 30 1,-10-5-721,-19-12 1530,-31-47 0,37-54 0,2-52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7.1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238 150 7533,'0'-21'4947,"-4"-9"-4677,-1 7-360,-6-8 90,-2 9-90,-15 5 630,3 12 269,-10 19 630,3 63-989,14 8-495,8-20 0,5 7 90,13 22 0,6 0-270,-4-19 0,1-1 45,7 21 0,0 2-45,-7-12 1,-4-5 179,-5-23 0,-4-2-45,-4 15 0,-7-6-2789,-28-5 2879,2-35 0,6-27 0,17-26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7.8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233 189 7533,'14'-52'4137,"-4"1"-3147,-13 31-630,-3-2 539,-11 5-1439,0 4 450,-9-1 810,-10 26 359,7 20-359,-9 34-315,24 8 0,7 8-450,5-13 0,3 1-405,2 27 0,7 3-585,11-7 1,3-5 629,-8-23 1,-2-2 269,7 13 0,-8 2 135,-20-3 0,-8-4-135,4-20 0,-4-2-450,-8 18 1,-5-23 584,-13-66 0,17-8 0,4-57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8.5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266 206 7533,'0'-39'2158,"3"-12"-628,-2 24-1,0-7-810,-15 11-629,-1 8 0,-12-2-90,-9 24 540,7 21 179,-7 28-224,21 4 0,7 7-360,3-10 0,4 1-225,2 20 0,5 5-360,12 11 0,4-2 180,-6-19 1,0 0 44,4 19 0,-5 2 0,-13-8 0,-8-5 270,-1-24 0,-5-2-450,-3 12 1,-10-14-3194,-32-40 3598,24-18 0,-5-48 0,30 8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6:59.3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289 188 7533,'-3'-52'3148,"0"10"180,-6 5-2968,-1 18-90,-16-7-990,7 18 180,-9 5 360,9 16 720,-9 46 450,8 9-766,7-16 1,2 7-135,8 21 0,4 0-180,3-21 0,2 1 60,3 6 0,2 5 0,0-6-105,0-6 1,0-3 44,2 20 0,-3 0 180,-10-19 0,-5-1 179,-8 18 1,-5-3-180,-11 19-989,-12-6-4948,14-104 5847,8-31 0,0-17 0,6 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7:00.0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316 156 7533,'2'-13'2788,"-1"3"-1439,-1-9-899,-4-1-630,-2-5 180,-10-7 450,-3 12-90,-6 4 179,-1 35 901,-4 69-901,12 4-224,9 1 0,6 7-90,7-15 0,5-1-46,0 12 1,2 2-135,5 0 0,-1-2-135,-4-14 1,-2-4 223,-1-10 1,-5-3-135,-6-3 0,-8-5-1169,-29 24-1080,-10-21-629,-10-22 2878,17-60 0,13-7 0,10-26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6811C-3619-48CB-092F-D7552E7A0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C495834-FB52-87A3-C645-B7366926A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1CFE2-E994-0AEA-0FE3-9A080A9A0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8E3904-7D8F-33B7-8788-D1BEF7384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C35164-BAC9-5B1A-AB71-73C16AD3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824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D349DB-54FA-2F39-6E28-E3556B9EC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68FB98-DA87-1E8F-FCD5-5335E796C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77EA8B-DBD3-9023-8B08-4D55757A9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06B446-E58C-A8FF-C71F-D2846B18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DA5D2B-C4BD-F917-E31F-133E5BAD9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8093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495EE-7F0B-0DB1-8DFA-CB936D030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D5BBB-A033-A998-16B5-02C7995B8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A5D6C1-F178-139B-670D-FB8C1F8BE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7E0C9D-8B04-887A-C61F-298D12A2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D30BDF-73A4-A724-24AF-2859BCA3A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774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B1A9B6-787C-A964-F926-460D2AB73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2E84FF-6784-B3A8-A174-81C82B043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52FD61-C210-4E1D-5495-CF5A21776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C9277B-723E-A5E6-2C9E-590D36527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0356CB-D9BE-418E-21B6-3B175851D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88D92D-113A-A2E8-8E01-5350F101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1461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FA9BE-566F-2296-616A-EDF6ED6A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810F5B-7BA9-5C27-9239-F6A6F47E4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A8A881-F0B5-D902-6F78-D3C85F4BA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6F133C-1C59-AF6A-4838-CE9E29D229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E5A778-7CA5-38EA-56D1-B07561085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E1DAEA0-9531-0654-CAF0-43D3095C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37EF44-8EB4-4968-DB2A-335AE8002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EB471D-531E-62D7-9AB2-3DC507FC7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411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FBA202-2C1A-B9AA-8705-B42C911B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B0213C-1306-9200-94D5-BEB628915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2160E5-21D0-1523-4EE8-0BF4BB0DB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825D97-E58F-9115-D49B-10EEC5DE2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8467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16F48E-9503-20B7-8E2A-92BB97659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9072A1-9B49-EEF7-7E2E-941CB69EA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961A00-5D53-95D4-9CA5-DAE9004E1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6575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3DDA2-B966-BF2B-D5C8-500B41E67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7EC191-C727-0980-4C01-B7BF22E25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649BAC-C177-6DFE-76C1-A907C74F6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6F26B3-0AE7-18F6-3818-B3B89F90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40388A-F664-1AE4-F252-AC9E1EEA9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9FD7D5-BE8F-6A8A-44CC-49E6AB7D7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1150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50A5F8-0A93-744D-5825-FD3D48593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935685-9A76-C302-5B68-8998F2B1302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980EFC-EA6B-C08B-7604-2A291CE39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D1F517-F2A1-31EE-F0EB-7237E7018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F1E792-E877-B876-CF58-8B0D38B7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29046C-A908-1AD5-B2FE-B5373EC89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2475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23652-0794-D250-E40C-4B64CE041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E978F6-DADB-7E8C-10A8-E6C28D481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C16D06-64FA-5A58-5E76-08E0CDBA4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19AC87-3A3A-51E2-4BDC-8E019768D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A8188E-D736-EBEA-E3F0-479EB8E8D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2767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712D14-3834-1643-EE6C-6CE71EF952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C0E212-630B-6A4B-1B9A-266895620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38B46C-6383-FA15-4439-E3DDB35E6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5FEA87-599B-73F8-0FB9-BD1AEF8F3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78B3E2-1EA6-5F75-89FF-27EE8A687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294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07896B-A373-AC0D-0301-A95281F73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AB9DD4-4F4B-5298-5287-22F7EEA35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FE96A5-8CE6-5669-FC18-128E756C5A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CCBB51-0177-0B45-98AB-A5372DDCE586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D38232-E915-D05F-3BAC-F386CA054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779D40-C80F-0B3B-A73E-ADEB8C11A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C1A66-E7FC-404A-8C4D-6A0961A32B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4134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2.png"/><Relationship Id="rId161" Type="http://schemas.openxmlformats.org/officeDocument/2006/relationships/image" Target="../media/image80.png"/><Relationship Id="rId166" Type="http://schemas.openxmlformats.org/officeDocument/2006/relationships/customXml" Target="../ink/ink8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51" Type="http://schemas.openxmlformats.org/officeDocument/2006/relationships/image" Target="../media/image75.png"/><Relationship Id="rId156" Type="http://schemas.openxmlformats.org/officeDocument/2006/relationships/customXml" Target="../ink/ink78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C3D0A4A6-D77D-0310-5D94-7A5C9041FF31}"/>
                  </a:ext>
                </a:extLst>
              </p14:cNvPr>
              <p14:cNvContentPartPr/>
              <p14:nvPr/>
            </p14:nvContentPartPr>
            <p14:xfrm>
              <a:off x="2170929" y="5487129"/>
              <a:ext cx="1440" cy="504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C3D0A4A6-D77D-0310-5D94-7A5C9041FF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55449" y="5472009"/>
                <a:ext cx="3204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组合 93">
            <a:extLst>
              <a:ext uri="{FF2B5EF4-FFF2-40B4-BE49-F238E27FC236}">
                <a16:creationId xmlns:a16="http://schemas.microsoft.com/office/drawing/2014/main" id="{02D61136-5AC2-76A0-1B30-E549D8A6AF95}"/>
              </a:ext>
            </a:extLst>
          </p:cNvPr>
          <p:cNvGrpSpPr/>
          <p:nvPr/>
        </p:nvGrpSpPr>
        <p:grpSpPr>
          <a:xfrm>
            <a:off x="2062209" y="2712609"/>
            <a:ext cx="29880" cy="48600"/>
            <a:chOff x="2062209" y="2712609"/>
            <a:chExt cx="29880" cy="4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FED2CAA0-29EB-0C60-AB4B-B279176F3EBD}"/>
                    </a:ext>
                  </a:extLst>
                </p14:cNvPr>
                <p14:cNvContentPartPr/>
                <p14:nvPr/>
              </p14:nvContentPartPr>
              <p14:xfrm>
                <a:off x="2064009" y="2715489"/>
                <a:ext cx="24840" cy="4572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FED2CAA0-29EB-0C60-AB4B-B279176F3EB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48529" y="2700009"/>
                  <a:ext cx="554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84D08E35-3148-9222-D434-4D58237A8C96}"/>
                    </a:ext>
                  </a:extLst>
                </p14:cNvPr>
                <p14:cNvContentPartPr/>
                <p14:nvPr/>
              </p14:nvContentPartPr>
              <p14:xfrm>
                <a:off x="2062209" y="2712609"/>
                <a:ext cx="29880" cy="1584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84D08E35-3148-9222-D434-4D58237A8C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47089" y="2697129"/>
                  <a:ext cx="6012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B57EF6C0-71AA-D855-D2BE-219F9FBAE3B3}"/>
              </a:ext>
            </a:extLst>
          </p:cNvPr>
          <p:cNvGrpSpPr/>
          <p:nvPr/>
        </p:nvGrpSpPr>
        <p:grpSpPr>
          <a:xfrm>
            <a:off x="1504929" y="1604169"/>
            <a:ext cx="33840" cy="40320"/>
            <a:chOff x="1504929" y="1604169"/>
            <a:chExt cx="33840" cy="4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F469DC15-4E5E-A2A9-96DB-D12DF939CC85}"/>
                    </a:ext>
                  </a:extLst>
                </p14:cNvPr>
                <p14:cNvContentPartPr/>
                <p14:nvPr/>
              </p14:nvContentPartPr>
              <p14:xfrm>
                <a:off x="1511409" y="1604169"/>
                <a:ext cx="27360" cy="4032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F469DC15-4E5E-A2A9-96DB-D12DF939CC8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95929" y="1589049"/>
                  <a:ext cx="57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B1B825B6-048D-9DCD-6877-AC850585CD4D}"/>
                    </a:ext>
                  </a:extLst>
                </p14:cNvPr>
                <p14:cNvContentPartPr/>
                <p14:nvPr/>
              </p14:nvContentPartPr>
              <p14:xfrm>
                <a:off x="1504929" y="1618929"/>
                <a:ext cx="3600" cy="432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B1B825B6-048D-9DCD-6877-AC850585CD4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89809" y="1603809"/>
                  <a:ext cx="3420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3101291F-731C-236D-7786-676EA92CA777}"/>
              </a:ext>
            </a:extLst>
          </p:cNvPr>
          <p:cNvGrpSpPr/>
          <p:nvPr/>
        </p:nvGrpSpPr>
        <p:grpSpPr>
          <a:xfrm>
            <a:off x="3380889" y="2660409"/>
            <a:ext cx="3803400" cy="3282120"/>
            <a:chOff x="3380889" y="2660409"/>
            <a:chExt cx="3803400" cy="328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7ACCA8E1-8E5B-7B25-427D-0A7A62586CA9}"/>
                    </a:ext>
                  </a:extLst>
                </p14:cNvPr>
                <p14:cNvContentPartPr/>
                <p14:nvPr/>
              </p14:nvContentPartPr>
              <p14:xfrm>
                <a:off x="4981089" y="3615489"/>
                <a:ext cx="89640" cy="18576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7ACCA8E1-8E5B-7B25-427D-0A7A62586CA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65609" y="3600369"/>
                  <a:ext cx="1202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213F7FFC-1974-C91C-CE54-E397F6FE0E7B}"/>
                    </a:ext>
                  </a:extLst>
                </p14:cNvPr>
                <p14:cNvContentPartPr/>
                <p14:nvPr/>
              </p14:nvContentPartPr>
              <p14:xfrm>
                <a:off x="5111049" y="3413169"/>
                <a:ext cx="123840" cy="31896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213F7FFC-1974-C91C-CE54-E397F6FE0E7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95569" y="3397689"/>
                  <a:ext cx="15408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CBBB9127-F542-B57F-8E0C-F5C05931D332}"/>
                    </a:ext>
                  </a:extLst>
                </p14:cNvPr>
                <p14:cNvContentPartPr/>
                <p14:nvPr/>
              </p14:nvContentPartPr>
              <p14:xfrm>
                <a:off x="5159289" y="3556809"/>
                <a:ext cx="164520" cy="5256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CBBB9127-F542-B57F-8E0C-F5C05931D33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44169" y="3541329"/>
                  <a:ext cx="195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909FDAFB-9274-E0F4-13C2-6F526CB0B18B}"/>
                    </a:ext>
                  </a:extLst>
                </p14:cNvPr>
                <p14:cNvContentPartPr/>
                <p14:nvPr/>
              </p14:nvContentPartPr>
              <p14:xfrm>
                <a:off x="5176209" y="3643569"/>
                <a:ext cx="155160" cy="18612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909FDAFB-9274-E0F4-13C2-6F526CB0B18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61089" y="3628449"/>
                  <a:ext cx="1854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07B23BCE-FEDA-F273-9BF4-C155289FC006}"/>
                    </a:ext>
                  </a:extLst>
                </p14:cNvPr>
                <p14:cNvContentPartPr/>
                <p14:nvPr/>
              </p14:nvContentPartPr>
              <p14:xfrm>
                <a:off x="5405169" y="3497769"/>
                <a:ext cx="55800" cy="6984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07B23BCE-FEDA-F273-9BF4-C155289FC00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89689" y="3482649"/>
                  <a:ext cx="864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34D98F11-2919-90A9-908D-3D5A863D5423}"/>
                    </a:ext>
                  </a:extLst>
                </p14:cNvPr>
                <p14:cNvContentPartPr/>
                <p14:nvPr/>
              </p14:nvContentPartPr>
              <p14:xfrm>
                <a:off x="5401209" y="3645729"/>
                <a:ext cx="53640" cy="1368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34D98F11-2919-90A9-908D-3D5A863D542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85729" y="3630609"/>
                  <a:ext cx="83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3646E362-DD02-1582-F5A8-B375780D46B1}"/>
                    </a:ext>
                  </a:extLst>
                </p14:cNvPr>
                <p14:cNvContentPartPr/>
                <p14:nvPr/>
              </p14:nvContentPartPr>
              <p14:xfrm>
                <a:off x="5405529" y="3657249"/>
                <a:ext cx="72360" cy="14112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3646E362-DD02-1582-F5A8-B375780D46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390409" y="3642129"/>
                  <a:ext cx="102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BF70DEE5-8D5A-E59D-62E3-88391A000AFB}"/>
                    </a:ext>
                  </a:extLst>
                </p14:cNvPr>
                <p14:cNvContentPartPr/>
                <p14:nvPr/>
              </p14:nvContentPartPr>
              <p14:xfrm>
                <a:off x="5484009" y="3399129"/>
                <a:ext cx="146160" cy="38916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BF70DEE5-8D5A-E59D-62E3-88391A000AF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468529" y="3384009"/>
                  <a:ext cx="17676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4E1D2BB8-7DC7-4EF6-67D6-667C95358095}"/>
                    </a:ext>
                  </a:extLst>
                </p14:cNvPr>
                <p14:cNvContentPartPr/>
                <p14:nvPr/>
              </p14:nvContentPartPr>
              <p14:xfrm>
                <a:off x="3380889" y="2682369"/>
                <a:ext cx="120960" cy="54612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4E1D2BB8-7DC7-4EF6-67D6-667C9535809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65409" y="2666889"/>
                  <a:ext cx="15156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F985669A-4F35-4F25-A33D-827D17936F16}"/>
                    </a:ext>
                  </a:extLst>
                </p14:cNvPr>
                <p14:cNvContentPartPr/>
                <p14:nvPr/>
              </p14:nvContentPartPr>
              <p14:xfrm>
                <a:off x="3596889" y="2660409"/>
                <a:ext cx="142920" cy="56952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F985669A-4F35-4F25-A33D-827D17936F1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81769" y="2644929"/>
                  <a:ext cx="17352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1E1C848A-34E1-01DD-B6A4-A516F83F72D4}"/>
                    </a:ext>
                  </a:extLst>
                </p14:cNvPr>
                <p14:cNvContentPartPr/>
                <p14:nvPr/>
              </p14:nvContentPartPr>
              <p14:xfrm>
                <a:off x="3875529" y="2699649"/>
                <a:ext cx="164880" cy="57384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1E1C848A-34E1-01DD-B6A4-A516F83F72D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60049" y="2684169"/>
                  <a:ext cx="19548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09FF6954-09DA-12E5-8BE2-7863738B744C}"/>
                    </a:ext>
                  </a:extLst>
                </p14:cNvPr>
                <p14:cNvContentPartPr/>
                <p14:nvPr/>
              </p14:nvContentPartPr>
              <p14:xfrm>
                <a:off x="4173969" y="2705409"/>
                <a:ext cx="134280" cy="57168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09FF6954-09DA-12E5-8BE2-7863738B744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58489" y="2689929"/>
                  <a:ext cx="164880" cy="6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A0535FD8-519C-BB70-2681-59364C683107}"/>
                    </a:ext>
                  </a:extLst>
                </p14:cNvPr>
                <p14:cNvContentPartPr/>
                <p14:nvPr/>
              </p14:nvContentPartPr>
              <p14:xfrm>
                <a:off x="4452609" y="2660409"/>
                <a:ext cx="107280" cy="59868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A0535FD8-519C-BB70-2681-59364C68310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37489" y="2645289"/>
                  <a:ext cx="13788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23C93D37-6EBB-2221-6168-3E274BB08819}"/>
                    </a:ext>
                  </a:extLst>
                </p14:cNvPr>
                <p14:cNvContentPartPr/>
                <p14:nvPr/>
              </p14:nvContentPartPr>
              <p14:xfrm>
                <a:off x="4911969" y="2779209"/>
                <a:ext cx="128880" cy="39348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23C93D37-6EBB-2221-6168-3E274BB0881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96849" y="2763729"/>
                  <a:ext cx="15912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FFA4DB6C-7F68-633C-71D0-63A1A9CCED50}"/>
                    </a:ext>
                  </a:extLst>
                </p14:cNvPr>
                <p14:cNvContentPartPr/>
                <p14:nvPr/>
              </p14:nvContentPartPr>
              <p14:xfrm>
                <a:off x="5144529" y="2774169"/>
                <a:ext cx="99000" cy="40608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FFA4DB6C-7F68-633C-71D0-63A1A9CCED5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29049" y="2759049"/>
                  <a:ext cx="12960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7824C700-DD03-D129-70AD-512E58AFEC14}"/>
                    </a:ext>
                  </a:extLst>
                </p14:cNvPr>
                <p14:cNvContentPartPr/>
                <p14:nvPr/>
              </p14:nvContentPartPr>
              <p14:xfrm>
                <a:off x="5389689" y="2805849"/>
                <a:ext cx="117360" cy="42696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7824C700-DD03-D129-70AD-512E58AFEC1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374209" y="2790369"/>
                  <a:ext cx="14796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B2A29303-0885-023D-38C8-9D8641D92DC2}"/>
                    </a:ext>
                  </a:extLst>
                </p14:cNvPr>
                <p14:cNvContentPartPr/>
                <p14:nvPr/>
              </p14:nvContentPartPr>
              <p14:xfrm>
                <a:off x="5818809" y="2855529"/>
                <a:ext cx="65520" cy="31644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B2A29303-0885-023D-38C8-9D8641D92DC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03689" y="2840409"/>
                  <a:ext cx="961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258FE6B6-3091-94F7-C787-575BF20ABE2E}"/>
                    </a:ext>
                  </a:extLst>
                </p14:cNvPr>
                <p14:cNvContentPartPr/>
                <p14:nvPr/>
              </p14:nvContentPartPr>
              <p14:xfrm>
                <a:off x="5869929" y="2870289"/>
                <a:ext cx="169560" cy="25920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258FE6B6-3091-94F7-C787-575BF20ABE2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54809" y="2854809"/>
                  <a:ext cx="2001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BEA5C8C7-C1A6-C005-A06F-7137E4CB29BF}"/>
                    </a:ext>
                  </a:extLst>
                </p14:cNvPr>
                <p14:cNvContentPartPr/>
                <p14:nvPr/>
              </p14:nvContentPartPr>
              <p14:xfrm>
                <a:off x="6146409" y="2876409"/>
                <a:ext cx="227880" cy="24408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BEA5C8C7-C1A6-C005-A06F-7137E4CB29B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31289" y="2860929"/>
                  <a:ext cx="2584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9099A768-90BF-BA22-D747-FD875E4DAD5A}"/>
                    </a:ext>
                  </a:extLst>
                </p14:cNvPr>
                <p14:cNvContentPartPr/>
                <p14:nvPr/>
              </p14:nvContentPartPr>
              <p14:xfrm>
                <a:off x="6473649" y="2847969"/>
                <a:ext cx="52920" cy="27396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9099A768-90BF-BA22-D747-FD875E4DAD5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58529" y="2832489"/>
                  <a:ext cx="835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DC440FC0-53D8-5157-7C1E-4E338B2966A6}"/>
                    </a:ext>
                  </a:extLst>
                </p14:cNvPr>
                <p14:cNvContentPartPr/>
                <p14:nvPr/>
              </p14:nvContentPartPr>
              <p14:xfrm>
                <a:off x="6509649" y="2821689"/>
                <a:ext cx="213120" cy="32400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DC440FC0-53D8-5157-7C1E-4E338B2966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94529" y="2806569"/>
                  <a:ext cx="2433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AEAF7668-33C2-147C-6F53-CAF669FA0F9E}"/>
                    </a:ext>
                  </a:extLst>
                </p14:cNvPr>
                <p14:cNvContentPartPr/>
                <p14:nvPr/>
              </p14:nvContentPartPr>
              <p14:xfrm>
                <a:off x="3624969" y="3607929"/>
                <a:ext cx="76680" cy="14796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AEAF7668-33C2-147C-6F53-CAF669FA0F9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09849" y="3592449"/>
                  <a:ext cx="1072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AEEC9E02-39FB-B657-6638-C6D23ABB2F97}"/>
                    </a:ext>
                  </a:extLst>
                </p14:cNvPr>
                <p14:cNvContentPartPr/>
                <p14:nvPr/>
              </p14:nvContentPartPr>
              <p14:xfrm>
                <a:off x="3609129" y="3762369"/>
                <a:ext cx="162720" cy="50292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AEEC9E02-39FB-B657-6638-C6D23ABB2F9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93649" y="3747249"/>
                  <a:ext cx="19332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E0368FBC-265D-E82A-6B19-583F11CE6FB4}"/>
                    </a:ext>
                  </a:extLst>
                </p14:cNvPr>
                <p14:cNvContentPartPr/>
                <p14:nvPr/>
              </p14:nvContentPartPr>
              <p14:xfrm>
                <a:off x="3818649" y="3771729"/>
                <a:ext cx="79560" cy="1116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E0368FBC-265D-E82A-6B19-583F11CE6FB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03169" y="3756249"/>
                  <a:ext cx="110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B2D0865D-7E0D-2192-DE02-74F11C428767}"/>
                    </a:ext>
                  </a:extLst>
                </p14:cNvPr>
                <p14:cNvContentPartPr/>
                <p14:nvPr/>
              </p14:nvContentPartPr>
              <p14:xfrm>
                <a:off x="3797409" y="3760209"/>
                <a:ext cx="135360" cy="11196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B2D0865D-7E0D-2192-DE02-74F11C42876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81929" y="3744729"/>
                  <a:ext cx="1659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5DEC85D5-FCDB-0B7A-AF7B-B27A1D54608C}"/>
                    </a:ext>
                  </a:extLst>
                </p14:cNvPr>
                <p14:cNvContentPartPr/>
                <p14:nvPr/>
              </p14:nvContentPartPr>
              <p14:xfrm>
                <a:off x="3836289" y="3673089"/>
                <a:ext cx="116640" cy="38232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5DEC85D5-FCDB-0B7A-AF7B-B27A1D54608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20809" y="3657969"/>
                  <a:ext cx="14724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2FB57EBF-181F-081F-58D6-AE5C80950C80}"/>
                    </a:ext>
                  </a:extLst>
                </p14:cNvPr>
                <p14:cNvContentPartPr/>
                <p14:nvPr/>
              </p14:nvContentPartPr>
              <p14:xfrm>
                <a:off x="4082529" y="3668769"/>
                <a:ext cx="29880" cy="23472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2FB57EBF-181F-081F-58D6-AE5C80950C8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67409" y="3653649"/>
                  <a:ext cx="60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BB481B5B-F60A-5AB6-6518-31687B7D2B9B}"/>
                    </a:ext>
                  </a:extLst>
                </p14:cNvPr>
                <p14:cNvContentPartPr/>
                <p14:nvPr/>
              </p14:nvContentPartPr>
              <p14:xfrm>
                <a:off x="4098369" y="3742209"/>
                <a:ext cx="69120" cy="5328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BB481B5B-F60A-5AB6-6518-31687B7D2B9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083249" y="3727089"/>
                  <a:ext cx="99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D60AEB5B-3834-45BE-F5AE-A1B4E079198F}"/>
                    </a:ext>
                  </a:extLst>
                </p14:cNvPr>
                <p14:cNvContentPartPr/>
                <p14:nvPr/>
              </p14:nvContentPartPr>
              <p14:xfrm>
                <a:off x="4044009" y="3776049"/>
                <a:ext cx="153360" cy="19800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D60AEB5B-3834-45BE-F5AE-A1B4E079198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28889" y="3760569"/>
                  <a:ext cx="1839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8B850B85-2955-FCD5-573E-3C670D4AC0D5}"/>
                    </a:ext>
                  </a:extLst>
                </p14:cNvPr>
                <p14:cNvContentPartPr/>
                <p14:nvPr/>
              </p14:nvContentPartPr>
              <p14:xfrm>
                <a:off x="4170009" y="3675609"/>
                <a:ext cx="81360" cy="24372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8B850B85-2955-FCD5-573E-3C670D4AC0D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54889" y="3660129"/>
                  <a:ext cx="1119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66BD9C9E-9843-7E5E-5D12-6CBDAE8A6C4A}"/>
                    </a:ext>
                  </a:extLst>
                </p14:cNvPr>
                <p14:cNvContentPartPr/>
                <p14:nvPr/>
              </p14:nvContentPartPr>
              <p14:xfrm>
                <a:off x="4272609" y="3565449"/>
                <a:ext cx="182160" cy="31392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66BD9C9E-9843-7E5E-5D12-6CBDAE8A6C4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57489" y="3549969"/>
                  <a:ext cx="2127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8C230D28-426A-4F67-E7CA-0C872543EEEF}"/>
                    </a:ext>
                  </a:extLst>
                </p14:cNvPr>
                <p14:cNvContentPartPr/>
                <p14:nvPr/>
              </p14:nvContentPartPr>
              <p14:xfrm>
                <a:off x="4399689" y="3703689"/>
                <a:ext cx="69120" cy="3816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8C230D28-426A-4F67-E7CA-0C872543EEE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84209" y="3688209"/>
                  <a:ext cx="997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C63FFF5A-6C3C-07BF-5E5E-CEFDDB4E3622}"/>
                    </a:ext>
                  </a:extLst>
                </p14:cNvPr>
                <p14:cNvContentPartPr/>
                <p14:nvPr/>
              </p14:nvContentPartPr>
              <p14:xfrm>
                <a:off x="4541889" y="3583809"/>
                <a:ext cx="61560" cy="4824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C63FFF5A-6C3C-07BF-5E5E-CEFDDB4E362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26769" y="3568689"/>
                  <a:ext cx="918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A8DB8CA0-3AD4-8CFD-8939-7D1D10BEBD46}"/>
                    </a:ext>
                  </a:extLst>
                </p14:cNvPr>
                <p14:cNvContentPartPr/>
                <p14:nvPr/>
              </p14:nvContentPartPr>
              <p14:xfrm>
                <a:off x="4540089" y="3722409"/>
                <a:ext cx="61560" cy="1692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A8DB8CA0-3AD4-8CFD-8939-7D1D10BEBD4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524969" y="3707289"/>
                  <a:ext cx="921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D050453F-E390-F2AF-14F7-B19D01659A29}"/>
                    </a:ext>
                  </a:extLst>
                </p14:cNvPr>
                <p14:cNvContentPartPr/>
                <p14:nvPr/>
              </p14:nvContentPartPr>
              <p14:xfrm>
                <a:off x="4543689" y="3729609"/>
                <a:ext cx="75600" cy="13824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D050453F-E390-F2AF-14F7-B19D01659A2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528569" y="3714489"/>
                  <a:ext cx="1062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FE722577-CFDA-0F2D-CFE2-29DB96E18243}"/>
                    </a:ext>
                  </a:extLst>
                </p14:cNvPr>
                <p14:cNvContentPartPr/>
                <p14:nvPr/>
              </p14:nvContentPartPr>
              <p14:xfrm>
                <a:off x="4638729" y="3475089"/>
                <a:ext cx="87120" cy="3672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FE722577-CFDA-0F2D-CFE2-29DB96E1824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23609" y="3459969"/>
                  <a:ext cx="1173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49AF53A3-99C4-17A1-4EA1-5228D7AC9688}"/>
                    </a:ext>
                  </a:extLst>
                </p14:cNvPr>
                <p14:cNvContentPartPr/>
                <p14:nvPr/>
              </p14:nvContentPartPr>
              <p14:xfrm>
                <a:off x="4617489" y="3535209"/>
                <a:ext cx="143280" cy="24840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49AF53A3-99C4-17A1-4EA1-5228D7AC968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02009" y="3520089"/>
                  <a:ext cx="1738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A17AF0B5-4B88-C887-CD99-2713DE928FAF}"/>
                    </a:ext>
                  </a:extLst>
                </p14:cNvPr>
                <p14:cNvContentPartPr/>
                <p14:nvPr/>
              </p14:nvContentPartPr>
              <p14:xfrm>
                <a:off x="4704249" y="3614049"/>
                <a:ext cx="102960" cy="3096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A17AF0B5-4B88-C887-CD99-2713DE928FA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688769" y="3598929"/>
                  <a:ext cx="1332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00D4B61C-6C67-DA32-B4BC-E5B29C3143C9}"/>
                    </a:ext>
                  </a:extLst>
                </p14:cNvPr>
                <p14:cNvContentPartPr/>
                <p14:nvPr/>
              </p14:nvContentPartPr>
              <p14:xfrm>
                <a:off x="4663569" y="3681369"/>
                <a:ext cx="66960" cy="21528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00D4B61C-6C67-DA32-B4BC-E5B29C3143C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648089" y="3666249"/>
                  <a:ext cx="975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CDD65C1D-FFC4-EC1F-8889-4014ADFFD47B}"/>
                    </a:ext>
                  </a:extLst>
                </p14:cNvPr>
                <p14:cNvContentPartPr/>
                <p14:nvPr/>
              </p14:nvContentPartPr>
              <p14:xfrm>
                <a:off x="4722249" y="3704769"/>
                <a:ext cx="90000" cy="11160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CDD65C1D-FFC4-EC1F-8889-4014ADFFD47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07129" y="3689649"/>
                  <a:ext cx="1206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C6F8321E-2B40-E427-3BDA-5B4E7C102F9C}"/>
                    </a:ext>
                  </a:extLst>
                </p14:cNvPr>
                <p14:cNvContentPartPr/>
                <p14:nvPr/>
              </p14:nvContentPartPr>
              <p14:xfrm>
                <a:off x="4840329" y="3618369"/>
                <a:ext cx="106920" cy="19116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C6F8321E-2B40-E427-3BDA-5B4E7C102F9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825209" y="3603249"/>
                  <a:ext cx="1375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1FF119FF-3D35-DFBE-B559-1372AF7FAD57}"/>
                    </a:ext>
                  </a:extLst>
                </p14:cNvPr>
                <p14:cNvContentPartPr/>
                <p14:nvPr/>
              </p14:nvContentPartPr>
              <p14:xfrm>
                <a:off x="4854369" y="3526209"/>
                <a:ext cx="40320" cy="35208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1FF119FF-3D35-DFBE-B559-1372AF7FAD5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839249" y="3511089"/>
                  <a:ext cx="705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7F9CA939-1608-BBF7-870B-8061C575D3A2}"/>
                    </a:ext>
                  </a:extLst>
                </p14:cNvPr>
                <p14:cNvContentPartPr/>
                <p14:nvPr/>
              </p14:nvContentPartPr>
              <p14:xfrm>
                <a:off x="3523089" y="4447449"/>
                <a:ext cx="103680" cy="52056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7F9CA939-1608-BBF7-870B-8061C575D3A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07609" y="4432329"/>
                  <a:ext cx="13428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E595F04C-A41C-D4CF-027F-CC1F572BCD2E}"/>
                    </a:ext>
                  </a:extLst>
                </p14:cNvPr>
                <p14:cNvContentPartPr/>
                <p14:nvPr/>
              </p14:nvContentPartPr>
              <p14:xfrm>
                <a:off x="3509409" y="4402089"/>
                <a:ext cx="146160" cy="64836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E595F04C-A41C-D4CF-027F-CC1F572BCD2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494289" y="4386969"/>
                  <a:ext cx="176760" cy="6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3B36DE6A-9C93-F592-CC5F-4763AE229155}"/>
                    </a:ext>
                  </a:extLst>
                </p14:cNvPr>
                <p14:cNvContentPartPr/>
                <p14:nvPr/>
              </p14:nvContentPartPr>
              <p14:xfrm>
                <a:off x="3489249" y="4421529"/>
                <a:ext cx="113040" cy="62784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3B36DE6A-9C93-F592-CC5F-4763AE22915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74129" y="4406409"/>
                  <a:ext cx="14364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BB05A113-2D7C-D2DA-8EAE-A88D39B0564D}"/>
                    </a:ext>
                  </a:extLst>
                </p14:cNvPr>
                <p14:cNvContentPartPr/>
                <p14:nvPr/>
              </p14:nvContentPartPr>
              <p14:xfrm>
                <a:off x="3595089" y="4612689"/>
                <a:ext cx="96120" cy="54072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BB05A113-2D7C-D2DA-8EAE-A88D39B0564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579609" y="4597209"/>
                  <a:ext cx="12672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2046264A-67FC-93AA-9033-383EB5B74689}"/>
                    </a:ext>
                  </a:extLst>
                </p14:cNvPr>
                <p14:cNvContentPartPr/>
                <p14:nvPr/>
              </p14:nvContentPartPr>
              <p14:xfrm>
                <a:off x="3827649" y="4549689"/>
                <a:ext cx="100080" cy="55728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2046264A-67FC-93AA-9033-383EB5B7468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812169" y="4534209"/>
                  <a:ext cx="13068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45AFDBC7-0089-7C70-E849-3FAFF26E9921}"/>
                    </a:ext>
                  </a:extLst>
                </p14:cNvPr>
                <p14:cNvContentPartPr/>
                <p14:nvPr/>
              </p14:nvContentPartPr>
              <p14:xfrm>
                <a:off x="4066689" y="4562649"/>
                <a:ext cx="79560" cy="49572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45AFDBC7-0089-7C70-E849-3FAFF26E992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051569" y="4547529"/>
                  <a:ext cx="11016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EECC3B4A-EDA8-1E9A-D773-8D87E31E6048}"/>
                    </a:ext>
                  </a:extLst>
                </p14:cNvPr>
                <p14:cNvContentPartPr/>
                <p14:nvPr/>
              </p14:nvContentPartPr>
              <p14:xfrm>
                <a:off x="4283049" y="4536729"/>
                <a:ext cx="86040" cy="50688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EECC3B4A-EDA8-1E9A-D773-8D87E31E604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267929" y="4521609"/>
                  <a:ext cx="1166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3D52FD7D-EBFE-F791-8202-39EB1D943EBE}"/>
                    </a:ext>
                  </a:extLst>
                </p14:cNvPr>
                <p14:cNvContentPartPr/>
                <p14:nvPr/>
              </p14:nvContentPartPr>
              <p14:xfrm>
                <a:off x="4501569" y="4525569"/>
                <a:ext cx="78840" cy="46404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3D52FD7D-EBFE-F791-8202-39EB1D943EB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86089" y="4510089"/>
                  <a:ext cx="10908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8EE678C7-5916-50EA-2EBC-FF8B207A3F93}"/>
                    </a:ext>
                  </a:extLst>
                </p14:cNvPr>
                <p14:cNvContentPartPr/>
                <p14:nvPr/>
              </p14:nvContentPartPr>
              <p14:xfrm>
                <a:off x="4723329" y="4501089"/>
                <a:ext cx="72000" cy="49068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8EE678C7-5916-50EA-2EBC-FF8B207A3F9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08209" y="4485609"/>
                  <a:ext cx="10224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41DEF945-9113-A922-4DDE-60D037EEB9A7}"/>
                    </a:ext>
                  </a:extLst>
                </p14:cNvPr>
                <p14:cNvContentPartPr/>
                <p14:nvPr/>
              </p14:nvContentPartPr>
              <p14:xfrm>
                <a:off x="4949769" y="4467249"/>
                <a:ext cx="73800" cy="47376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41DEF945-9113-A922-4DDE-60D037EEB9A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934649" y="4452129"/>
                  <a:ext cx="10440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F0EC229B-7263-D6AD-32A0-C2DAC438F537}"/>
                    </a:ext>
                  </a:extLst>
                </p14:cNvPr>
                <p14:cNvContentPartPr/>
                <p14:nvPr/>
              </p14:nvContentPartPr>
              <p14:xfrm>
                <a:off x="5163609" y="4466529"/>
                <a:ext cx="89280" cy="53208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F0EC229B-7263-D6AD-32A0-C2DAC438F53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148129" y="4451409"/>
                  <a:ext cx="11952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AC645EBD-56DE-6CBA-AAD2-585BF6766738}"/>
                    </a:ext>
                  </a:extLst>
                </p14:cNvPr>
                <p14:cNvContentPartPr/>
                <p14:nvPr/>
              </p14:nvContentPartPr>
              <p14:xfrm>
                <a:off x="5373489" y="4455729"/>
                <a:ext cx="75240" cy="54972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AC645EBD-56DE-6CBA-AAD2-585BF676673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358369" y="4440609"/>
                  <a:ext cx="10584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EFC84D1F-1400-3509-534B-3B90E1F6327A}"/>
                    </a:ext>
                  </a:extLst>
                </p14:cNvPr>
                <p14:cNvContentPartPr/>
                <p14:nvPr/>
              </p14:nvContentPartPr>
              <p14:xfrm>
                <a:off x="5610009" y="4467249"/>
                <a:ext cx="106560" cy="56628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EFC84D1F-1400-3509-534B-3B90E1F6327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94529" y="4452129"/>
                  <a:ext cx="13716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C6099493-8FFC-5DD2-5923-CDF9187FD030}"/>
                    </a:ext>
                  </a:extLst>
                </p14:cNvPr>
                <p14:cNvContentPartPr/>
                <p14:nvPr/>
              </p14:nvContentPartPr>
              <p14:xfrm>
                <a:off x="5772369" y="4476969"/>
                <a:ext cx="104040" cy="55836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C6099493-8FFC-5DD2-5923-CDF9187FD03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56889" y="4461849"/>
                  <a:ext cx="13464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CFD05970-DFF5-EF71-3088-8ABEA864A33E}"/>
                    </a:ext>
                  </a:extLst>
                </p14:cNvPr>
                <p14:cNvContentPartPr/>
                <p14:nvPr/>
              </p14:nvContentPartPr>
              <p14:xfrm>
                <a:off x="6062169" y="4447089"/>
                <a:ext cx="117720" cy="59976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CFD05970-DFF5-EF71-3088-8ABEA864A33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047049" y="4431969"/>
                  <a:ext cx="14796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35174D16-B8C2-9518-02CA-EC9EE9650A73}"/>
                    </a:ext>
                  </a:extLst>
                </p14:cNvPr>
                <p14:cNvContentPartPr/>
                <p14:nvPr/>
              </p14:nvContentPartPr>
              <p14:xfrm>
                <a:off x="6302289" y="4459689"/>
                <a:ext cx="125640" cy="58320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35174D16-B8C2-9518-02CA-EC9EE9650A7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286809" y="4444209"/>
                  <a:ext cx="15588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9A10D5DA-46BF-F652-F264-B30FAFF0A3DA}"/>
                    </a:ext>
                  </a:extLst>
                </p14:cNvPr>
                <p14:cNvContentPartPr/>
                <p14:nvPr/>
              </p14:nvContentPartPr>
              <p14:xfrm>
                <a:off x="6579129" y="4428369"/>
                <a:ext cx="109080" cy="48636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9A10D5DA-46BF-F652-F264-B30FAFF0A3D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63649" y="4413249"/>
                  <a:ext cx="13932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46E73006-0750-3A1C-D032-8E5DD0982B8E}"/>
                    </a:ext>
                  </a:extLst>
                </p14:cNvPr>
                <p14:cNvContentPartPr/>
                <p14:nvPr/>
              </p14:nvContentPartPr>
              <p14:xfrm>
                <a:off x="6774249" y="4425129"/>
                <a:ext cx="92880" cy="51156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46E73006-0750-3A1C-D032-8E5DD0982B8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759129" y="4409649"/>
                  <a:ext cx="12348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411D9677-FEED-CD88-FD7B-AEC4B26B55ED}"/>
                    </a:ext>
                  </a:extLst>
                </p14:cNvPr>
                <p14:cNvContentPartPr/>
                <p14:nvPr/>
              </p14:nvContentPartPr>
              <p14:xfrm>
                <a:off x="6965409" y="4423689"/>
                <a:ext cx="68760" cy="46152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411D9677-FEED-CD88-FD7B-AEC4B26B55E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949929" y="4408569"/>
                  <a:ext cx="9936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D765112D-BFCF-BD28-F29A-6940671A501B}"/>
                    </a:ext>
                  </a:extLst>
                </p14:cNvPr>
                <p14:cNvContentPartPr/>
                <p14:nvPr/>
              </p14:nvContentPartPr>
              <p14:xfrm>
                <a:off x="7111209" y="4395969"/>
                <a:ext cx="73080" cy="52884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D765112D-BFCF-BD28-F29A-6940671A501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096089" y="4380849"/>
                  <a:ext cx="10368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14F9EBB4-E37B-6079-3F8B-9C14AA3F5A72}"/>
                    </a:ext>
                  </a:extLst>
                </p14:cNvPr>
                <p14:cNvContentPartPr/>
                <p14:nvPr/>
              </p14:nvContentPartPr>
              <p14:xfrm>
                <a:off x="3556569" y="5317209"/>
                <a:ext cx="118800" cy="46800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14F9EBB4-E37B-6079-3F8B-9C14AA3F5A7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541449" y="5302089"/>
                  <a:ext cx="14904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69590B9B-28DB-4CEF-794F-54780C307C9D}"/>
                    </a:ext>
                  </a:extLst>
                </p14:cNvPr>
                <p14:cNvContentPartPr/>
                <p14:nvPr/>
              </p14:nvContentPartPr>
              <p14:xfrm>
                <a:off x="3751329" y="5295609"/>
                <a:ext cx="93240" cy="45828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69590B9B-28DB-4CEF-794F-54780C307C9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736209" y="5280489"/>
                  <a:ext cx="12348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158038BE-8EF9-3752-CC35-95FB038B7650}"/>
                    </a:ext>
                  </a:extLst>
                </p14:cNvPr>
                <p14:cNvContentPartPr/>
                <p14:nvPr/>
              </p14:nvContentPartPr>
              <p14:xfrm>
                <a:off x="3932049" y="5334849"/>
                <a:ext cx="100440" cy="43308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158038BE-8EF9-3752-CC35-95FB038B765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916569" y="5319729"/>
                  <a:ext cx="13068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39BE6B4E-CCE4-C4E7-9C94-C7B414532458}"/>
                    </a:ext>
                  </a:extLst>
                </p14:cNvPr>
                <p14:cNvContentPartPr/>
                <p14:nvPr/>
              </p14:nvContentPartPr>
              <p14:xfrm>
                <a:off x="4122849" y="5332689"/>
                <a:ext cx="87480" cy="43200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39BE6B4E-CCE4-C4E7-9C94-C7B41453245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07369" y="5317569"/>
                  <a:ext cx="11772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3A259534-E033-AB33-6397-0D8E823E57D3}"/>
                    </a:ext>
                  </a:extLst>
                </p14:cNvPr>
                <p14:cNvContentPartPr/>
                <p14:nvPr/>
              </p14:nvContentPartPr>
              <p14:xfrm>
                <a:off x="4302849" y="5331249"/>
                <a:ext cx="83160" cy="41508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3A259534-E033-AB33-6397-0D8E823E57D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87729" y="5316129"/>
                  <a:ext cx="11376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D082935B-97C5-FCD1-100B-5EBC84F2C045}"/>
                    </a:ext>
                  </a:extLst>
                </p14:cNvPr>
                <p14:cNvContentPartPr/>
                <p14:nvPr/>
              </p14:nvContentPartPr>
              <p14:xfrm>
                <a:off x="4505889" y="5352489"/>
                <a:ext cx="72360" cy="42948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D082935B-97C5-FCD1-100B-5EBC84F2C04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490769" y="5337009"/>
                  <a:ext cx="10260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5C1BA4FC-F6DD-A127-83B9-239BD3BCC39E}"/>
                    </a:ext>
                  </a:extLst>
                </p14:cNvPr>
                <p14:cNvContentPartPr/>
                <p14:nvPr/>
              </p14:nvContentPartPr>
              <p14:xfrm>
                <a:off x="4724049" y="5397129"/>
                <a:ext cx="88200" cy="41040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5C1BA4FC-F6DD-A127-83B9-239BD3BCC39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08569" y="5381649"/>
                  <a:ext cx="11880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B8FAFF96-EC04-B368-1A31-C5D23ADE7942}"/>
                    </a:ext>
                  </a:extLst>
                </p14:cNvPr>
                <p14:cNvContentPartPr/>
                <p14:nvPr/>
              </p14:nvContentPartPr>
              <p14:xfrm>
                <a:off x="4924209" y="5387769"/>
                <a:ext cx="64440" cy="47304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B8FAFF96-EC04-B368-1A31-C5D23ADE794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909089" y="5372649"/>
                  <a:ext cx="9504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54B9C6E6-E59E-67A3-08BD-4B32068E0C37}"/>
                    </a:ext>
                  </a:extLst>
                </p14:cNvPr>
                <p14:cNvContentPartPr/>
                <p14:nvPr/>
              </p14:nvContentPartPr>
              <p14:xfrm>
                <a:off x="5117889" y="5326209"/>
                <a:ext cx="75240" cy="530640"/>
              </p14:xfrm>
            </p:contentPart>
          </mc:Choice>
          <mc:Fallback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54B9C6E6-E59E-67A3-08BD-4B32068E0C3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02769" y="5311089"/>
                  <a:ext cx="10584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8451FF4A-3650-96CC-65C5-CB7A6B917453}"/>
                    </a:ext>
                  </a:extLst>
                </p14:cNvPr>
                <p14:cNvContentPartPr/>
                <p14:nvPr/>
              </p14:nvContentPartPr>
              <p14:xfrm>
                <a:off x="5334969" y="5317209"/>
                <a:ext cx="53640" cy="60300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8451FF4A-3650-96CC-65C5-CB7A6B91745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319849" y="5301729"/>
                  <a:ext cx="8388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638B4E64-CCC1-D033-BAD3-8A4EE6FB2694}"/>
                    </a:ext>
                  </a:extLst>
                </p14:cNvPr>
                <p14:cNvContentPartPr/>
                <p14:nvPr/>
              </p14:nvContentPartPr>
              <p14:xfrm>
                <a:off x="5510649" y="5342409"/>
                <a:ext cx="86760" cy="497520"/>
              </p14:xfrm>
            </p:contentPart>
          </mc:Choice>
          <mc:Fallback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638B4E64-CCC1-D033-BAD3-8A4EE6FB269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495169" y="5327289"/>
                  <a:ext cx="11736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0B98E162-8B54-48C2-C821-FFFFECB1D276}"/>
                    </a:ext>
                  </a:extLst>
                </p14:cNvPr>
                <p14:cNvContentPartPr/>
                <p14:nvPr/>
              </p14:nvContentPartPr>
              <p14:xfrm>
                <a:off x="5689209" y="5312889"/>
                <a:ext cx="80280" cy="486000"/>
              </p14:xfrm>
            </p:contentPart>
          </mc:Choice>
          <mc:Fallback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0B98E162-8B54-48C2-C821-FFFFECB1D27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673729" y="5297769"/>
                  <a:ext cx="11052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9794A0BC-71D9-D0E4-79CA-E4AC5F8CB030}"/>
                    </a:ext>
                  </a:extLst>
                </p14:cNvPr>
                <p14:cNvContentPartPr/>
                <p14:nvPr/>
              </p14:nvContentPartPr>
              <p14:xfrm>
                <a:off x="5855169" y="5312889"/>
                <a:ext cx="87840" cy="559080"/>
              </p14:xfrm>
            </p:contentPart>
          </mc:Choice>
          <mc:Fallback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9794A0BC-71D9-D0E4-79CA-E4AC5F8CB03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839689" y="5297409"/>
                  <a:ext cx="11844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70F6F416-B1F1-7C5C-1789-8D0618756796}"/>
                    </a:ext>
                  </a:extLst>
                </p14:cNvPr>
                <p14:cNvContentPartPr/>
                <p14:nvPr/>
              </p14:nvContentPartPr>
              <p14:xfrm>
                <a:off x="6076569" y="5367969"/>
                <a:ext cx="85680" cy="481320"/>
              </p14:xfrm>
            </p:contentPart>
          </mc:Choice>
          <mc:Fallback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70F6F416-B1F1-7C5C-1789-8D061875679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061449" y="5352849"/>
                  <a:ext cx="11628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A968915F-A6A0-83D7-1CB8-E9A5A4EF6583}"/>
                    </a:ext>
                  </a:extLst>
                </p14:cNvPr>
                <p14:cNvContentPartPr/>
                <p14:nvPr/>
              </p14:nvContentPartPr>
              <p14:xfrm>
                <a:off x="6269889" y="5430249"/>
                <a:ext cx="92520" cy="51228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A968915F-A6A0-83D7-1CB8-E9A5A4EF658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254769" y="5414769"/>
                  <a:ext cx="12312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0D9DF455-86B2-8AB1-535E-D6F27EFFF159}"/>
                    </a:ext>
                  </a:extLst>
                </p14:cNvPr>
                <p14:cNvContentPartPr/>
                <p14:nvPr/>
              </p14:nvContentPartPr>
              <p14:xfrm>
                <a:off x="6487329" y="5396049"/>
                <a:ext cx="97920" cy="51300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0D9DF455-86B2-8AB1-535E-D6F27EFFF15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471849" y="5380569"/>
                  <a:ext cx="12816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69826196-AB51-E7D8-FAF9-41679962C8D9}"/>
                    </a:ext>
                  </a:extLst>
                </p14:cNvPr>
                <p14:cNvContentPartPr/>
                <p14:nvPr/>
              </p14:nvContentPartPr>
              <p14:xfrm>
                <a:off x="6681369" y="5389569"/>
                <a:ext cx="104040" cy="51552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69826196-AB51-E7D8-FAF9-41679962C8D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66249" y="5374449"/>
                  <a:ext cx="13464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7C867F63-F34F-DD68-2B42-0FCF2B56EECE}"/>
                    </a:ext>
                  </a:extLst>
                </p14:cNvPr>
                <p14:cNvContentPartPr/>
                <p14:nvPr/>
              </p14:nvContentPartPr>
              <p14:xfrm>
                <a:off x="6849489" y="5369769"/>
                <a:ext cx="114840" cy="55476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7C867F63-F34F-DD68-2B42-0FCF2B56EEC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834369" y="5354649"/>
                  <a:ext cx="145440" cy="585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55196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PadInk test fixture</dc:creator>
  <cp:lastModifiedBy>PadInk test fixture</cp:lastModifiedBy>
  <cp:revision>4</cp:revision>
  <dcterms:created xsi:type="dcterms:W3CDTF">2026-10-05T10:35:00Z</dcterms:created>
  <dcterms:modified xsi:type="dcterms:W3CDTF">2026-10-05T10:37:02Z</dcterms:modified>
</cp:coreProperties>
</file>