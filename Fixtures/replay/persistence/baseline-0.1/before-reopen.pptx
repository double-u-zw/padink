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78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2.3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603 257 7533,'-3'-46'-90,"-16"1"719,-9-13-359,-24 17-360,-17 12 180,21 16 0,-3 4-315,-5-1 0,0 5 225,0 6 0,5 11 0,8 15 0,9 11 45,10 18 0,12 10 135,12 23 0,12 8-60,1-22 0,5 3 0,3 1-125,6 7 1,4 1 0,0 1 124,1 2 0,1 0 0,-2 0-120,-4-7 0,-2-1 0,-5-2-66,-6-10 0,-5-2 1,-6-2 20,-13 25 0,-13-6-180,-9-12 0,-8-7 90,-3-13 0,-3-8-404,-30-2-451,37-112 990,30 3 0,14 5 0,7-1 0,15-8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2.7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14 141 7533,'0'63'719,"0"-6"-449,0-3-90,1-19 90,0-14-450,2-8 270,6 4-180,10-1-90,17-4-180,14-47-179,4-35 359,-28 17 0,-4-4 45,-6 3 0,-7 1 45,-15-18 0,-35 36-90,-20 47-449,-3 10 629,19 5 0,18-7 0,12-10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3.0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 52 7533,'-3'-23'-630,"-5"6"990,0 5-270,0 47 180,6 35-46,3-12 1,0 6-180,0 8 0,0 2-225,0 1 1,1-2-226,-2-12 0,1-5 405,-2 13 0,-6-44 0,-1-27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3.7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19 388 7533,'-9'4'449,"3"0"-359,3-22-180,18-27 0,12-36 90,-6 31 0,3-1 0,1 3 0,4 3 90,29-12 180,6 64-180,-24 29 0,-1 15 180,11 30 0,0 12-325,-11-16 0,0 4 0,1 0-5,1 0 0,0 0 0,0-4-30,-5-14 0,0-4 0,-2-6-450,-1 3 1,-3-23-540,-2-51 1079,-40-45 0,-9-14 0,-11-1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4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425 0 7533,'-32'0'449,"0"5"-449,-5 13 90,0 20 270,-6 44-270,18-16 0,-1 8-120,5-10 0,0 4 0,0 1-180,0 0 0,0 1 0,1-4-60,-3 13 1,1-15 269,-1-32 0,29-65 0,10-49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4.4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0 219 7533,'15'-67'-180,"8"9"450,19 7-360,22 23-90,16 14 90,0 20-90,-20 15 180,-27 26 0,-42 29 135,-9-28 0,-6 1 134,-8 6 1,-4-1-45,1 0 0,1-3 135,-13 25-990,47-37-89,64-75 134,-9 0 0,3-5 585,-9 3 0,-1 0 0,3 0 0,-5 5 0,-3 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5.2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488 677 7533,'-21'72'719,"3"-11"181,-7-17-900,8-35-270,2-48-270,-13-32 90,-14-17 405,15 44 1,-4 5-46,-37-11 269,0 49 91,6 70-225,37-10 0,7 8 45,2 14 0,10 2 45,13-5 0,12-6-135,5-17 0,10-14-450,59-29 180,-37-51 1,-4-22-61,-16 4 0,-4-10 0,-3-4-102,-2-14 0,-4-5 0,-3-1 402,-3-1 0,-3 0 0,-5 4 345,-3-17 0,-8 11 134,-2 26 1,-8 23 630,-11 42-541,1 70-494,13-11 0,2 7-225,2 17 1,3 6 149,3-16 0,2 3 0,2 1-15,2 4 1,2 1-1,3-2-105,1-7 0,2-2 1,5-6 205,10 8 1,7-25-1047,36-62 450,-32-34 1,-7-18 539,0-18 0,-5-5 0,-6 6 0,-3 6 180,-8 19 0,-2 13 866,-3 22-236,-7 61-541,17 40-269,18 18-45,-5-42 0,4-1-45,8 5 1,4-2-361,-1-6 0,0-4 450,31 18 0,-31-30 0,-18-36 0,-17-6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5.5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425 76 7533,'-9'-25'809,"-9"6"-359,-8-4-90,0 14-810,7 32 720,1 31-45,5-1 0,-1 9 44,-8 19 1,-3 5-270,4-22 0,-3 2 0,1-2-450,-12 21 1,0-7-541,8-24 1,-1-15 989,0-25 0,17-49 0,8-17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6.0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84 251 7533,'-42'-36'1259,"11"0"-899,20-4-630,50 3-360,40 3 225,-18 20 1,5 3-226,6 0 0,-1 3 630,26 0 0,-10-2 0,-53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6.2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19 7533,'-43'32'1169,"14"-7"-809,-3-1-720,58-12-629,59-10 449,-12-13 0,4-4 540,-15 6 0,-1-2 0,7-10 0,-5-1 0,2-3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6.4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11 7533,'-22'32'2069,"9"-5"-2249,33-13-450,58-23 90,-18-1 1,5-2-46,11-3 0,-2 1 585,-14 2 0,-5 3 0,19 7 0,-38 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7.0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132 0 7533,'-23'18'449,"0"-2"-179,0-1-270,33-5 0,48-14-360,8-2 1,5-2 224,-19 1 0,-1 4 180,9 6 0,-18 11 45,-64 41 134,-7-10 1,-7 1 135,-12 5 0,-2 0 0,9-8 0,3-1-360,-8 20 180,58-27-360,52-16 180,-10-12 0,6-1-45,10 4 0,0 2 45,-3 4 0,-5 6 0,-12 4 0,-8 6 0,3 36 180,-70 4-180,-7-33 0,-9-3-225,-17 5 0,-7-2-45,-4 3 0,-2-4-315,1-3 1,0-14 584,8-27 0,5-12 0,-23-20 0,51-9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7.3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51 1 7533,'14'3'359,"-10"33"1,-18 37-495,7-12 0,2 7 45,-1 16 1,2 3-46,6 1 0,2 0 45,-2-6 0,1-6-135,2-18 0,-3-7-405,-8 10 630,-4-37 0,-6-25 0,-3-7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9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79 400 7533,'-17'-27'-720,"0"-4"990,-6-14 180,14-2-180,35 2-91,32-6-224,-6 23 0,9 3-90,19-1 1,6 4 44,9 2 0,2 5 45,0 2 0,-3 9 90,-19 10 0,-11 15 45,-20 14 0,-13 13 134,-19 32 1,-16 12 15,-5-11 0,-6 6 0,-2 1-361,3-16 0,-2 1 1,-1 1-1,-1 0 166,-2 2 0,0 1 0,-2-2 0,0-3-75,-6 9 0,-2-4 0,-3-8-15,-14 10 0,-9-20 0,-4-32 0,-3-22-45,-5-36 0,3-22-90,21 4 0,3-8 0,4-5-96,-2-11 0,4-6 0,5-2 216,4-3 0,6-1 0,2 2 0,4 12 0,3 2 0,2 5-30,0-7 0,4 11-180,3 15 363,8 65-93,12 33 0,-4-9 0,13 5 0,-12-26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09.6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53 218 7533,'45'-46'180,"-12"8"179,-37 15-269,-15 13 90,-10 27-270,-5 20 180,8 31-90,15-21 0,5 7-45,5 17 0,7 4 0,8 8 0,7-1 0,7-5 0,9-11-45,8-22 0,4-23-45,-2-39 1,-1-21-91,3-30 0,-8-15 75,-16 16 0,-4-5 0,-2 1 120,-3 4 0,-3 0 0,-1 3 75,0-13 0,-4 9 1035,-5-2-361,-3 86 1,3 68-496,-1-14 1,2 6-45,5 14 0,4 3-150,-2-26 0,3 0 0,3-2-435,11 18 1,5-8-586,-2-22 1,2-11 989,11-7 0,-13-59 0,-21-7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0.3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448 176 7533,'-10'-57'1349,"-7"8"-809,-2 3-360,2 22-720,11 32 0,-5 36 0,-14 43 405,3-22 1,-5 6 134,-7 11 0,-5 4 30,11-24 0,-2 1 0,0-2 239,-11 23 1,3-6-225,7-19 0,9-6 45,25 11 0,64-47-90,-7-10 0,8-3 0,23 1 0,5-1 0,-28-3 0,1 0 0,-1-4-45,29-5 0,-6-5 45,-20-1 0,-11-5 270,0-23-90,-77-1-180,-48-13-135,11 12 0,-5-6-180,-7-16 0,0-5 15,20 20 0,2-3 1,4 0-151,-9-20 0,8 3 450,14 21 0,10 5 0,19-11 0,22 34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0.9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11 131 7533,'2'14'1259,"-1"0"-539,-2 1-720,-3-2-90,1 0 0,-1 8 90,3 31 45,4 0 0,3 9-135,5 20 0,6 3-225,6 2 0,10-8 45,5-18 0,8-21 135,4-39 1,1-21-46,2-29 0,-5-15-45,-4-16 0,-8-6 135,-6-4 0,-8 0 45,-6 12 0,-7 3 360,-8 17 0,-5 6 224,-6-8 361,-8 68-90,3 49-631,10-5 1,2 7-90,-1 16 0,4 5 90,9 11 0,6 2-90,5 2 0,7-5-450,10-15 0,8-12-315,-3-21 1,3-19-1395,27-60 2069,-32-33 0,-24-21 0,-18 27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5.4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1 582 7533,'2'-40'359,"-1"7"-269,-3-16-180,1-1 270,13-17-180,3 20 0,7-1 0,9-6 0,7 2-45,6 5 0,4 6 45,3 8 0,3 12 0,-3 22 0,-2 14 180,1 12 0,-3 12-45,6 24 0,-2 11 15,-11-14 0,-1 6 0,2 0-289,3 8 1,1 2-1,-1 0 79,2-1 0,-1 0 0,-1-3-240,-6-11 0,0-2 1,-4-6-61,-1 3 0,-3-13-359,-2-18-132,-48-98 851,3 12 0,0 5 0,-1 1 0,-1-5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5.7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555 120 7533,'-17'-58'899,"4"17"-809,-4 21-180,5 27-270,-8 42 135,2 2 1,-3 11 254,-1 3 0,-3 7 0,-1 6-186,0-1 1,-2 6 0,0 2 0,-1 0 222,-1 1 1,0 2-1,-1-2 1,2-4-38,-2 12 0,0-4 0,4-14-390,-1-6 0,12-33 360,35-103 0,-5 19 0,1-3 0,6-11 0,0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7.2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32 154 7533,'-15'-89'899,"7"31"-1079,0 52-90,33 41-629,20 27 719,-12-22 0,0 3 135,-1 5 0,-4 2 90,-6 5 0,-8 3 0,-8 7 0,-8-1 225,-11-3 0,-6-4 449,-23 33-539,6-37 0,36-35-90,53-11-270,-6-5 0,7-1 45,15 0 0,2 0 0,1 0 1,-1-1 89,-11 0 0,-6 0-45,9 3 899,-67 25-179,-62 28-540,10-9 0,-6 5 0,-6 7 0,0 2-225,2-2 0,5-2-405,16-13 0,10-10-1169,19-23 1709,26-26 0,36-43 0,-14 16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19.9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85 72 7533,'-38'-24'539,"12"8"-179,5-8-180,49 17-90,46 35-225,-18-4 0,4 6-180,10 16 1,0 6 44,-5 2 0,-5-3-45,-15-10 0,-6-19 315,3-64 0,-38-13 0,-9-5 0,-4-3 0,-5-4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0.0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344 113 7533,'34'-64'180,"-8"18"-90,-24 43-90,-3 33-180,-10 24 90,-13 34-135,1-30 0,-6 3-135,-11 20 0,-4 1 360,1-5 0,0-2 0,0-3 0,1-3 0,10-20 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0.3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63 6 7533,'-27'-6'90,"9"6"359,1 34-359,30 46 0,-1-10 0,3 7-270,8 17 0,1 2-135,-3-2 1,-2-4-91,-4-18 0,-2-12-365,-4-20 770,-23-90 0,-3-26 0,-11-17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1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151 301 7533,'0'-39'-180,"0"1"270,6 2-90,22-4-180,30-13 180,-8 24 0,8 4-45,11-1 0,5 12 15,-4 19 0,3 12 0,-7 6 30,-5 9 0,-6 6-45,14 8 0,-18 7 45,-47 0 0,-19 1 45,-11-9 0,-11-2 0,-11 10 0,-8-1 0,-17 0 0,-6-9 0,3-13 0,3-8 45,16-9 0,5-10 0,-11-27-270,74-34 45,11 15 0,8-3 0,14-8 0,5 2 135,4 0 0,3 6 0,-4 8 0,0 14 90,26 30 90,-42 75-135,-46-15 0,-15 6-45,-2-9 0,-7 2 0,-6 1-252,-11 9 0,-6 0 0,-3-2 222,-2 1 0,-2-2 0,0-3 149,9-9 1,0-3 0,4-7 15,-4 3 0,13-16-135,23-28 90,76-49-225,-4 1 0,6-4 90,13-8 0,6-2-15,-19 14 0,1-2 0,0 2-75,25-14 1,-2 3-226,-8 5 0,-5 3 360,-20 11 0,-7 1 0,10-12 0,-33 10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1.3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117 86 7533,'-54'-52'359,"17"18"-628,11 36 538,27 50-89,7-4 0,3 8-45,7 27 0,4 9-15,-1-10 0,2 6 0,1 3-370,-2-8 1,0 2 0,1 3 0,0 0 226,1 5 1,0 2-1,0 0 1,-2-3-23,-3-10 0,-1-1 0,-2-4 0,-1-5-45,13 38 0,-19-34-1259,-33-63 1349,5-62 0,1-26 0,-5 10 0,0-2 0,3-13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1.6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17 7533,'42'-6'1349,"2"3"-1619,-11-3 0,14 5-449,4 1-361,5 6 1080,-3 7 0,-18 3 0,-9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1.8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46 313 7533,'-30'28'-270,"14"-13"630,20-27-270,75-24-90,-11 12 0,9 0-90,17-3 0,3 1-225,-6 3 0,-7 0-135,-22 3 1,-9-2 449,7-16 0,-61-2 0,-14-1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2.1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46 28 7623,'-28'-28'-630,"10"42"1124,27 64 1,19 29-345,-7-30 0,3 4 0,1 1-120,1 7 0,0 1 0,2 2-398,-2-16 0,2 2 0,-1-1 0,-3-5 68,-5-1 0,-3-4 1,-1-1-61,10 28 0,-10-10-192,-28-4 552,-22-113 0,-18-48 0,14 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2.6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59 86 7533,'-14'28'-990,"2"9"1350,-8 26-90,10 23-135,8-31 0,4 2 0,4 1 0,5 1-135,-1-2 0,9-6-405,17-12 0,9-15 45,47-38 225,-21-18 0,1-14 0,-2-18 1,-6-9 74,-20 22 0,-1-2 0,-5-1 60,7-19 0,-7 2 0,-12 17 0,-9 4 719,-21-15-89,-11 66-90,-10 37-181,13 29-359,10 15 180,17 4-180,-1-37 0,4 0-90,7 6 0,2-1-180,-1-6 1,-1-3-181,10 16 450,-32-61 0,-25-31 0,-16-24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3.1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74 290 7533,'-28'-95'90,"7"10"90,-1 15-180,19 31 0,18 57 0,5 54 0,-7-6 0,-2 9-60,-2-11 0,-2 4 0,1 3-210,0 7 0,1 3 0,2-3-90,7 22 1,3-7 359,-6-23 0,4-16 0,15-26 0,-14-57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3.3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49 7533,'11'-22'-270,"-5"9"360,-1-1-270,-5 16 0,9 3-360,14 6 91,13 5 449,5 8 0,-13-6 0,-6 7 0,-12-9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3.7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124 90 7533,'-65'-50'90,"20"16"-180,31 28-90,33 39 270,7 23-90,-7-9 0,0 4 0,-1 8 0,-4 3-180,-5 5 0,-2 0 90,-3-5 0,-4-4 90,-12 30 0,-2-43 90,-5-49-90,12-27 90,30-23-90,30-2 0,-2 33 0,9 6-45,17 5 0,6 5-225,15 7 0,3 1 270,-32-6 0,0-2 0,-4 0 0,4 2 0,-6-6 0,-10-10 0,-11-5 0,-14-14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4.2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409 488 7533,'10'-25'270,"-7"2"359,-15-4-449,-11 12-90,-9 11-540,2 22 180,5 29 91,0 43-91,12-32 0,0 0 90,0-4 0,-4-11-629,-22-17 809,17-62 0,3-24 0,-4-24 0,3-11 0,6 22 0,1-4 0,2 4 0,-4-17 0,2 9 359,3 24 1,0 15 360,1 23-361,15 66-269,10 44 0,0-22 0,2 6 45,5 19 0,3 5-141,-5-27 1,1 2 0,2-2 34,1-5 1,1-2 0,4-10-480,9 2 1,3-28-1,-4-51 1,-3-24-91,3-37 0,-7-13 540,-14 31 0,-2-1 0,0 1 0,8-21 0,-2 7 0,5-15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4.9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184 62 7533,'-12'-39'539,"0"17"-629,-8 25-269,7 39 179,6 33 135,3-21 0,1 3 135,-1 14 0,0 3 89,-1 5 1,1-1-225,-3-5 1,6-5 133,26 17-89,40-84-135,-8-21 1,4-10 89,9-7 0,2-1 0,-5 8 0,-2 6 45,-13 6 0,-5 14 270,6 44 89,-28 46-269,-31-14 0,-9 7-90,-6 13 0,-9 0-30,4-30 0,-6-2 0,-3-3-150,-23 21 1,-9-13-271,-5-19 0,-4-21 90,1-28 0,4-19 163,10-15 1,11-13 196,16-13 0,16-4 17,20 10 0,14 6 972,50-14-629,-14 58 0,5 15-1,16 14 1,4 11-180,-9 0 0,5 6 0,2 1-350,-9-5 1,3 0 0,1 1 0,-1-1 146,0 0 1,1-2 0,-1 0-1,-2-2-187,13 5 0,-2-2 1,-6-6-106,-3-2 0,-10-12-225,-5-29-449,-68-46 989,-14 4 0,-6-3 0,3 11 0,-1 2 0,-11-9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5.2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45 105 7533,'-14'-48'449,"3"21"-179,-5-3-450,12 71 360,19 51-90,-3-18 0,3 9-90,-2-11 0,3 3 0,-1 3-360,1 11 0,0 3 0,-1 1 120,-2 0 0,0 1 1,-2-6-211,7 19 0,-12-25 450,-21-54 0,-8-93 0,4 1 0,-1-2 0,3 17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5.4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31 7533,'18'-16'-450,"5"1"1529,8 16-989,24 21-270,15 8-809,3 15 89,-21-9 900,-23-13 0,-30-5 0,-15-6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5.9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29 123 7533,'-18'-53'539,"7"19"-719,20-2-269,27 38 89,24 16 360,2 13 0,-15 1 0,-14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6.1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52 52 7533,'-25'-12'-90,"9"2"90,6-7-540,44 9-180,26 4 720,-2 6 0,6 11 0,-35 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6.3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1 452 7533,'0'38'-360,"0"-19"270,7 2-540,27-79 630,-2-11 0,1-7 0,-1 7 0,-1-1 0,-7 7 0,1 1 0,-1-1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6.5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1 285 7533,'8'-71'359,"12"3"-359,32 7-180,-7 35 1,7 4-181,13 3 0,3 7 45,1 6 0,-4 8 315,29 19 0,-43 6 0,-38 9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6.7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77 321 7533,'-50'28'90,"23"-12"179,28 1-179,89-44-180,-10 3 1,9-4-91,-16 1 0,2-2 0,0-1-240,-2 1 0,-2 0 1,-4 1 419,8-4 0,-8 2 0,20-15 0,-59 22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0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582 0 7533,'-44'36'-90,"9"20"270,26 33-135,2-22 0,-4 8-45,-3-7 0,-5 6 0,-3 2-369,-8 15 1,-6 5 0,-3-2 158,-2-2 0,-3-2 0,-1-8-105,-11 6 1,2-17 364,-10-15 1,52-120-1,18-4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2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14 7533,'65'-14'449,"30"32"181,-22 5 0,4 6-675,2 7 0,-3 6-630,-4 8 1,-8-1-676,0 8 1350,-61-14 0,-41-27 0,-19-1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4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95 0 7533,'-40'0'270,"11"4"-91,3 28-89,52 53-90,2-9 0,8 9-60,-5-13 0,4 3 0,-2 1-30,0 2 0,-2 0 1,-3-3-271,6 17 0,-13-13-539,-32-13 899,-28-92 0,-24-50 0,35 32 0,0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6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137 0 6723,'-40'14'540,"1"41"-405,20-10 0,5 6-450,1 15 0,5 1-45,4-2 0,5-5 360,12 16 0,11-36 0,3-40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7.8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7533,'37'7'449,"8"11"-179,-12 22-719,11 16-91,1 7-719,-12-17 1259,-13-22 0,-6-17 0,-5-7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8.0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9 7533,'0'-8'180,"7"7"-90,24 36-180,30 31-90,-18-16 0,2 4 180,0 5 0,-4-3 0,9 13 0,-29-18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8.7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151 269 7533,'-62'2'1079,"15"-7"-719,6-3-540,65-11 0,55-15-90,-14 10 0,7-1 135,7-4 1,3 2 89,1 2 0,-2 8 45,-11 14 0,-6 12 89,-16 16 1,-10 13 0,-8 16 0,-15 10-90,-18 10 0,-12 2 45,0-6 0,-8-4-135,-9-7 0,-7-10-269,-41 5-91,-1-53 0,42-32 0,6-16 450,6-29 0,9-10 0,2 3 0,7-1 0,6-5 0,4 4 0,2 28 0,-1 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8.9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283 56 7533,'8'-36'359,"-4"16"1,-5 54-360,-20 59 135,4-13 0,-1 10-135,-1-13 0,-1 5 0,0 3-353,4-12 1,-1 1 0,1 2 0,1 1 217,-2 7 0,1 2 0,0 0 0,2-3 45,-3 14 0,2-4 0,4-12-573,3-15 0,7-19 663,11-28 0,7-63 0,3-27 0,14-19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29.4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0 149 7533,'55'-76'899,"-23"35"-629,-9 58-180,-22 43-180,-5 15 90,0 1-630,-1-10 540,4 8 0,14 8 180,2-11-180,7-26-179,-2-81 134,-8-8 0,-1-10 135,3-19 0,2-6 90,2 1 0,2 3 0,-1 20 0,2 7 269,18-8-359,-6 67 0,-2 31 0,-1 37 0,-17-29 0,-3 4 0,-1 8 0,-5 3 0,-10 9 0,-6 0-180,-6 3 1,-6-5-226,-4-14 0,-3-8 405,-22 10 0,13-67 0,14-30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0.1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465 352 7533,'-6'-67'30,"1"1"0,-3 14 0,-1 3 419,-14-33-359,3 49-180,11 31-629,2 38 269,-6 45 450,1-18 0,-2 5-45,-1 10 0,0 1 270,-1-7 0,7-7 135,26 17-270,57-91-45,-11-19 0,5-10-45,10-7 0,1-2 0,-5 8 0,-6 7 269,17 7 181,-56 63-360,-43 6 0,-18 9 90,-17 25 0,-12 4-210,9-17 0,-6 0 0,-3 0-278,9-11 1,-3 1 0,-1-2 0,1-2 7,-11 10 0,0-2 1,2-8-196,-11 9 0,13-28 495,22-66 0,54-30 0,12 4 0,0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0.3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26 7533,'11'-10'-90,"2"2"989,13 0-629,32 20-360,-9 1 0,7 3 0,22 6 0,5 2-180,10 3 1,0 1-46,-4-1 0,-7 2-90,-18 0 0,-13 5 405,-21 40 0,-72 1 0,-21-11 0,-19-11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0.9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144 253 7533,'-75'-3'270,"26"-15"-91,30 1-538,53 19 269,-14 7 180,28 57 0,-25 30-135,-10-32 0,-1 2 0,-2-5 0,-2-6-585,1 5 90,-13-109 360,3-3 1,2-8 179,4-22 0,4-3 224,4 3 1,7 4 45,7 12 0,9 10 45,8 11 0,8 15-91,13 22 1,6 14-135,10 10 0,2 10-90,6 10 0,-2 8-90,-12 0 0,-8 4-45,-16-1 1,-16 5 89,-25 1 0,-17 1 0,-28 7 0,-17-2 75,5-16 0,-7-1 0,-3-3-122,-12 3 1,-4-2-1,-1-5 92,2-5 0,0-4 0,2-8-45,-17-5 1,11-19-1,25-23 0,19-14-90,37-18 0,24-6-45,15-4 0,13 5 45,20 4 0,7 10 0,-3 13 0,-1 9-135,-10 10 1,-6 5 269,23-6 0,-48 9 0,-30-5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1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72 0 7533,'-28'3'989,"6"0"-1259,7 8-179,8 13 179,8 26 0,12 31-135,-4-30 0,0 1 405,7 28 0,-2-17 0,-7-39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3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98 7533,'26'-67'1169,"0"37"-1259,-16 85-540,7 29 45,-6-27 1,0-2 584,2 18 0,3-2 0,-9-38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5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47 7533,'0'-23'719,"6"7"-1438,10 8-361,15 26 1080,-2 7 0,4 16 0,-13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7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2 630 7533,'-2'38'809,"3"-6"-629,19-4-1349,25-62 809,-4-19 0,1-14 360,-11 5 0,-1-5 0,-2 0 0,-2 2 0,-2 1 0,-2-1 0,4-27 0,1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1.9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78 7533,'-20'-43'359,"7"15"-718,12 22-361,34 42 720,3 7 0,17 14 0,-18-16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2.8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37 147 7533,'-15'49'719,"6"-15"-539,23-11-270,45-47 0,-10 3 0,4-5-225,9-9 1,-1-3 89,-6 4 0,-5 2-45,13-7 90,-56 35 810,-35 41-90,-17 24-91,20 5 1,8 6-360,8-14 0,7 1-90,6 25 0,8 0-90,6-19 0,4-4-90,0-3 0,-1-3-180,9 23-89,-38-37 179,-55-51 225,11-6 0,-6-7 135,-11-8 0,2-4 0,10 2 0,7-1 539,-15-28-179,74 15-360,48 6-135,-6 23 0,6 4 0,7 2 0,1 4 0,-3 6 0,-3 9-45,33 32-90,-45 39 90,-43-23 0,-14 5 45,-16 10 0,-12 1 135,-16 7 0,-7-4 180,-4-3 0,-1-6 0,10-12 0,4-7-180,-8 5 90,67-40-450,65-28 315,-11 2 0,8-2-45,15-1 0,3-1-45,2 0 0,-3 0-45,-14 5 0,-5 2-270,12-2 270,-46 8-180,-60 10-269,-25 12 539,-33 4 0,16 3 0,0-6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7.4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904 197 7533,'20'-75'-90,"-4"18"539,-3 11-628,-6 27-181,-22 40-90,-46 43 420,22-20 0,-6 8 0,-3 4-251,-1 2 0,-3 3 1,-3 4-1,1 1 348,-6 10 1,-1 4-1,1-1 1,2-2 44,8-11 1,1-1-1,2-3 1,4-4 22,-27 33 0,27-29-135,42-55 0,30-38 0,20-23-90,17-7 0,8-2 60,-17 15 0,3-1 0,-1 3-30,-3 3 0,1 2 0,-4 5 15,5-3 0,-7 19 988,7 57-943,-55 21 0,-15 15 90,-2 20 0,-5 6-30,3-26 0,-2 1 0,0 0 30,2-4 0,1-1 0,1-2-90,-4 14 0,9-7-45,13-16 0,13-17-135,37-42-45,-8-27 0,2-13 135,7-18 0,0-6 0,-3 1 0,-3 3 135,-10 13 0,-3 10 135,7 16 180,-28 73 90,-9 37-450,0-34 0,2-1 0,17 29-900,14-45 900,2-65 0,-5-22 0,-6-32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7.9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382 224 7533,'-20'0'719,"9"-9"-809,32-13-180,48-23 225,-14 16 1,4 0-136,7 0 0,2 3 45,-9 5 0,-3 8 135,24 20 90,-38 46 0,-31-7 0,-7 7 224,-4 12 1,-2 5 0,2 15 0,3 5-195,4-23 0,3 3 0,1 0-120,3 4 0,1 1 0,1-1 30,2-3 0,1-1 0,-5-4-165,4 9 0,-18-9-90,-30-21 0,-18-13-135,-33-23 1,-15-18 89,6-6 0,-6-7 0,3-4 109,9 1 0,3-2 0,3-4 1,5-1-1,2-2 0,10-2 1,10-9-1,0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8.2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158 121 7533,'-75'-50'809,"30"19"-449,7-8-360,65 46-450,32 39-90,-17-10 1,2 1 539,0 2 0,-1-1 0,21 20 0,-17-22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8.4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51 10 7083,'-10'-9'360,"0"18"-360,1 41-270,3 43-225,5-33 0,0 0 495,1 34 0,-6-29 0,-2-46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8.7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181 1 7533,'-44'9'-180,"21"4"450,-1 43-180,22 42-135,2-18 0,1 11-75,1-12 0,2 6 0,-2 3-271,1-10 0,-2 3 0,1 2 0,-3-3 181,-2 21 0,-3-2 1,0-5 209,2-20 0,0-4 0,-6-12 0,-31 23 0,13-107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8.8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7533,'17'1'-90,"8"12"360,22 33-270,-10-2 0,3 8-45,9 17 0,0 3 45,-4-4 0,-5-5 0,10 20 0,-35-55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9.1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 93 7533,'-5'-28'989,"41"2"-1529,46 3 180,-13 14 1,7 4-226,6 4 1,0 2 584,-15 3 0,-5 2 0,23 12 0,-46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39.4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369 0 7533,'-15'5'-360,"-6"1"720,8 1 89,0 15-89,18 30-135,10-2 0,7 8-45,0 1 0,3 5 0,3 4-367,1 0 1,3 3-1,2 3 1,-1 2 163,4 11 1,1 2 0,-1 3-1,0 0-45,-1 1 1,0 3 0,-3-2-1,-3-4-52,3 10 0,-5-4 1,-13-8 74,-17 9 0,-25-22-315,-35-41 0,-20-24 360,-4-23 0,-10-17 0,3 0 0,19 9 0,3-1 0,-1-3 0,-10-14 0,0 1 0,0-1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0.0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80 72 7533,'-47'-44'719,"16"16"-629,30 44-90,33 55-45,-3-4 0,1 11 75,-4-8 0,1 7 0,-3 4-487,-4-7 0,-2 3 0,-1 4 0,-2 1 322,0 11 0,-2 3 0,-2 1 0,-4-2-45,-4-9 0,-3 0 1,-4-4-1,-5-6 25,-6-2 1,-5-6-1,-7-17 155,-50-9 0,35-68 0,5-17 0,-10-44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0.2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0 146 7533,'30'-37'-900,"9"15"1170,21-1-360,8 23-450,-8 1 540,-19-11 0,-22-10 0,-13-15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0.4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67 84 7533,'-38'-47'1079,"9"10"-1349,32 50-269,33 43-136,-12-8 0,1 3 675,0-7 0,0 1 0,0 8 0,-4-3 0,-1 5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0.8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29 227 7533,'-18'21'270,"8"-4"-181,29-7 91,39-16-405,-9-6 1,5-5 44,9-5 0,1-6-270,5-15 0,-4-1 450,9-6-90,-16-2 360,-60 55 450,-5 30-1,-5 17-359,0 30-180,7-31 0,5 3 0,17 21 0,10 6-120,-1-9 0,5 3 0,1 1-191,7 6 0,2 0 0,0-3 71,-6-7 0,0-3 1,-6-7-301,3 2 0,-19-23-719,-48-55 1079,-5-30 0,-2-10 0,3 9 0,-1-1 0,-1-8 0,-1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1.3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28 179 7533,'-17'-78'-450,"7"25"1349,20 6-809,32 49-899,29 35 809,-28-1 0,-2 4 0,22 25 0,-15 11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1.8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0 295 7443,'37'-43'0,"-1"-1"0,2 0 0,2 1-180,0 1 0,0 5 0,18-4 360,-31 79-45,-31 7 0,-9 9-45,-2 18 0,-3 5 45,-7 6 0,0 0-46,5-3 1,3-1-90,4-9 0,6-3 0,8-12 0,4-6 0,9 8 0,10-60-90,0-54 180,2-36-45,-12 43 0,2 2 45,11-32-90,-3 39 180,-8 24-180,-2 34 90,1 18-180,4 28 90,2 25-225,-14-35 0,0 0-224,3 39-541,-9-76 990,-1-53 0,0-26 0,2 0 0,1-4 0,0-25 0,0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2.5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57 7533,'4'-32'449,"-2"15"-179,0 10-450,-8 60-89,0 46-1,2-28 0,0 5 180,0 10 0,3 2 135,2 0 0,5-4 225,4-10 0,8-9 359,39 11-359,39-83-315,-33-13 0,2-6 0,5-3 0,-1 2-45,-5 7 0,-5 10 90,30 35 180,-47 46-180,-32-11 0,-10 9 45,-11 19 0,-10 6-45,2-21 0,-3 2 0,-5 0-141,-8 5 1,-4 1 0,-5-4 110,-4-3 0,-6-4 0,-3-10-150,-28 4 0,0-31-270,16-46 1,11-26 404,24-30 0,23-15 15,18 19 0,13-2 0,8 5 255,23-11 0,14 16 179,5 23 1,4 20-225,-2 28 0,0 17-135,4 7 0,-2 8 45,5 8 0,-2 1-225,-5-7 0,-4-3 255,-16-12 1,-7-5-661,8 4 181,-57-20-91,-30-8-629,-36-4 1079,-21-10 0,10-3 0,4-10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3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59 253 7533,'-16'-79'-90,"2"11"989,-4-6-989,9 43 360,8 72-180,17 50-225,-5-17 0,2 8 15,2-14 0,2 3 0,0 3-271,2 12 1,1 4 0,-2-3 150,-1-7 0,-2-3 1,1-7 14,3 9 0,-6-35 225,-14-70 0,-5-19 0,-2-11 0,-4-15 0,0-1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3.4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1 282 7533,'0'-41'0,"0"-2"-90,22-13-90,22-2 90,33 7 0,9 18 360,-7 38-90,-20 48-1,-34-5 1,-3 11 45,7 28 0,2 11-456,-1-12 1,2 6 0,0 3 275,-6-16 0,1 3 0,-1 0 0,0 0-45,-1-3 0,-1 0 0,-1-2 0,-2-4-150,1 3 0,-3-4 0,-8-12-570,-13 18-179,-54-126 899,13-11 0,-1-8 0,2 13 0,0 0 0,3-6 0,0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3.7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0 127 7533,'0'-12'-540,"10"4"270,14 11-270,11 21 540,2 19 0,-10 36 0,-20-24 0,-4 5 45,-5 9 0,-3 2 450,0 1 0,-1-3-360,-2-13 0,1-10 45,0-16-810,39-114 180,-3-2 0,4-11 450,-10 32 0,2-2 0,0 1 0,1-1 0,0 1 0,-1 5 0,-1-1 0,1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3.9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31 7533,'0'-13'-450,"0"-1"1080,0 11-451,0 30-268,2 28-1,9-8 0,3 6-270,5 11 0,3 4 0,6 8 0,2 0 360,-6-8 0,-3-5 0,7 25 0,-23-48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4.4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264 212 7533,'0'-36'629,"0"-5"181,8-19-1395,71 18 1,22 15 224,-41 21 0,1 8 210,15-4 0,8 4 0,-15 13 60,-19 25 0,-18 12 0,-17 3 0,-16 4 0,-26 9 1,-17 1 59,2-15 0,-8-1 0,-4 0-57,-15 8 1,-6 0 0,0-1 266,1-2 0,1 0 0,3-3 179,12-9 1,3-2 0,6-4-45,-5 6 0,26-19 45,36-30-405,26-22 0,16-12-90,27-16 0,12-3 45,-16 13 0,4 1 0,3 1-112,6 0 1,2 1-1,-4 4-38,-14 9 0,-3 2 0,-7 2 183,7 0 0,-20-1-663,-38-6 720,-69-5 0,15 13 0,-2 1 0,-38-23 0,5 3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4.7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155 110 7533,'0'-66'989,"0"23"-539,24 65-225,4 24 0,3 16-165,1 2 0,3 7 0,-1 5-410,-5-8 0,-1 5 1,0 2-1,-3 1 215,-1 6 0,0 3 0,-5 1 0,-6-1 22,-7 0 1,-5 0 0,-6-1-1,-5-1-135,-5-2 1,-5-1 0,-5-2 0,-5-4-1,-5-4 1,-6-1 0,-2-6 0,-1-6 133,-5-1 1,-2-7 0,2-16 113,-46-17 0,72-75 0,37 0 0,0-1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09:00:47.1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 38 7533,'-2'-23'-180,"2"9"450,24 23-90,49 41-136,-4-2 1,8 8-45,-12-9 0,3 3 0,0 0-30,0 0 0,0 0 1,-4-2-61,13 12 0,-9-6-90,7 10-180,-87-39-360,-43-17 720,-32-28 0,16 2 0,12-19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63" Type="http://schemas.openxmlformats.org/officeDocument/2006/relationships/customXml" Target="../ink/ink31.xml"/><Relationship Id="rId84" Type="http://schemas.openxmlformats.org/officeDocument/2006/relationships/image" Target="../media/image41.png"/><Relationship Id="rId138" Type="http://schemas.openxmlformats.org/officeDocument/2006/relationships/image" Target="../media/image68.png"/><Relationship Id="rId159" Type="http://schemas.openxmlformats.org/officeDocument/2006/relationships/customXml" Target="../ink/ink79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5.png"/><Relationship Id="rId53" Type="http://schemas.openxmlformats.org/officeDocument/2006/relationships/customXml" Target="../ink/ink26.xml"/><Relationship Id="rId74" Type="http://schemas.openxmlformats.org/officeDocument/2006/relationships/image" Target="../media/image36.png"/><Relationship Id="rId128" Type="http://schemas.openxmlformats.org/officeDocument/2006/relationships/image" Target="../media/image63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79.png"/><Relationship Id="rId22" Type="http://schemas.openxmlformats.org/officeDocument/2006/relationships/image" Target="../media/image10.png"/><Relationship Id="rId43" Type="http://schemas.openxmlformats.org/officeDocument/2006/relationships/customXml" Target="../ink/ink21.xml"/><Relationship Id="rId64" Type="http://schemas.openxmlformats.org/officeDocument/2006/relationships/image" Target="../media/image31.png"/><Relationship Id="rId118" Type="http://schemas.openxmlformats.org/officeDocument/2006/relationships/image" Target="../media/image58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4.png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3.png"/><Relationship Id="rId124" Type="http://schemas.openxmlformats.org/officeDocument/2006/relationships/image" Target="../media/image61.png"/><Relationship Id="rId129" Type="http://schemas.openxmlformats.org/officeDocument/2006/relationships/customXml" Target="../ink/ink64.xml"/><Relationship Id="rId54" Type="http://schemas.openxmlformats.org/officeDocument/2006/relationships/image" Target="../media/image26.png"/><Relationship Id="rId70" Type="http://schemas.openxmlformats.org/officeDocument/2006/relationships/image" Target="../media/image34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7.png"/><Relationship Id="rId140" Type="http://schemas.openxmlformats.org/officeDocument/2006/relationships/image" Target="../media/image69.png"/><Relationship Id="rId145" Type="http://schemas.openxmlformats.org/officeDocument/2006/relationships/customXml" Target="../ink/ink72.xml"/><Relationship Id="rId161" Type="http://schemas.openxmlformats.org/officeDocument/2006/relationships/customXml" Target="../ink/ink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49" Type="http://schemas.openxmlformats.org/officeDocument/2006/relationships/customXml" Target="../ink/ink24.xml"/><Relationship Id="rId114" Type="http://schemas.openxmlformats.org/officeDocument/2006/relationships/image" Target="../media/image56.png"/><Relationship Id="rId119" Type="http://schemas.openxmlformats.org/officeDocument/2006/relationships/customXml" Target="../ink/ink59.xml"/><Relationship Id="rId44" Type="http://schemas.openxmlformats.org/officeDocument/2006/relationships/image" Target="../media/image21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2.png"/><Relationship Id="rId130" Type="http://schemas.openxmlformats.org/officeDocument/2006/relationships/image" Target="../media/image64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77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image" Target="../media/image37.png"/><Relationship Id="rId97" Type="http://schemas.openxmlformats.org/officeDocument/2006/relationships/customXml" Target="../ink/ink48.xml"/><Relationship Id="rId104" Type="http://schemas.openxmlformats.org/officeDocument/2006/relationships/image" Target="../media/image51.png"/><Relationship Id="rId120" Type="http://schemas.openxmlformats.org/officeDocument/2006/relationships/image" Target="../media/image59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2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5.png"/><Relationship Id="rId162" Type="http://schemas.openxmlformats.org/officeDocument/2006/relationships/image" Target="../media/image80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4.xml"/><Relationship Id="rId24" Type="http://schemas.openxmlformats.org/officeDocument/2006/relationships/image" Target="../media/image11.png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66" Type="http://schemas.openxmlformats.org/officeDocument/2006/relationships/image" Target="../media/image32.png"/><Relationship Id="rId87" Type="http://schemas.openxmlformats.org/officeDocument/2006/relationships/customXml" Target="../ink/ink43.xml"/><Relationship Id="rId110" Type="http://schemas.openxmlformats.org/officeDocument/2006/relationships/image" Target="../media/image54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7.png"/><Relationship Id="rId157" Type="http://schemas.openxmlformats.org/officeDocument/2006/relationships/customXml" Target="../ink/ink78.xml"/><Relationship Id="rId61" Type="http://schemas.openxmlformats.org/officeDocument/2006/relationships/customXml" Target="../ink/ink30.xml"/><Relationship Id="rId82" Type="http://schemas.openxmlformats.org/officeDocument/2006/relationships/image" Target="../media/image40.png"/><Relationship Id="rId152" Type="http://schemas.openxmlformats.org/officeDocument/2006/relationships/image" Target="../media/image75.png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56" Type="http://schemas.openxmlformats.org/officeDocument/2006/relationships/image" Target="../media/image27.png"/><Relationship Id="rId77" Type="http://schemas.openxmlformats.org/officeDocument/2006/relationships/customXml" Target="../ink/ink38.xml"/><Relationship Id="rId100" Type="http://schemas.openxmlformats.org/officeDocument/2006/relationships/image" Target="../media/image49.png"/><Relationship Id="rId105" Type="http://schemas.openxmlformats.org/officeDocument/2006/relationships/customXml" Target="../ink/ink52.xml"/><Relationship Id="rId126" Type="http://schemas.openxmlformats.org/officeDocument/2006/relationships/image" Target="../media/image62.png"/><Relationship Id="rId147" Type="http://schemas.openxmlformats.org/officeDocument/2006/relationships/customXml" Target="../ink/ink73.xml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93" Type="http://schemas.openxmlformats.org/officeDocument/2006/relationships/customXml" Target="../ink/ink46.xml"/><Relationship Id="rId98" Type="http://schemas.openxmlformats.org/officeDocument/2006/relationships/image" Target="../media/image48.png"/><Relationship Id="rId121" Type="http://schemas.openxmlformats.org/officeDocument/2006/relationships/customXml" Target="../ink/ink60.xml"/><Relationship Id="rId142" Type="http://schemas.openxmlformats.org/officeDocument/2006/relationships/image" Target="../media/image70.png"/><Relationship Id="rId163" Type="http://schemas.openxmlformats.org/officeDocument/2006/relationships/customXml" Target="../ink/ink81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2.png"/><Relationship Id="rId67" Type="http://schemas.openxmlformats.org/officeDocument/2006/relationships/customXml" Target="../ink/ink33.xml"/><Relationship Id="rId116" Type="http://schemas.openxmlformats.org/officeDocument/2006/relationships/image" Target="../media/image57.png"/><Relationship Id="rId137" Type="http://schemas.openxmlformats.org/officeDocument/2006/relationships/customXml" Target="../ink/ink68.xml"/><Relationship Id="rId158" Type="http://schemas.openxmlformats.org/officeDocument/2006/relationships/image" Target="../media/image78.png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62" Type="http://schemas.openxmlformats.org/officeDocument/2006/relationships/image" Target="../media/image30.png"/><Relationship Id="rId83" Type="http://schemas.openxmlformats.org/officeDocument/2006/relationships/customXml" Target="../ink/ink41.xml"/><Relationship Id="rId88" Type="http://schemas.openxmlformats.org/officeDocument/2006/relationships/image" Target="../media/image43.png"/><Relationship Id="rId111" Type="http://schemas.openxmlformats.org/officeDocument/2006/relationships/customXml" Target="../ink/ink55.xml"/><Relationship Id="rId132" Type="http://schemas.openxmlformats.org/officeDocument/2006/relationships/image" Target="../media/image65.png"/><Relationship Id="rId153" Type="http://schemas.openxmlformats.org/officeDocument/2006/relationships/customXml" Target="../ink/ink76.xml"/><Relationship Id="rId15" Type="http://schemas.openxmlformats.org/officeDocument/2006/relationships/customXml" Target="../ink/ink7.xml"/><Relationship Id="rId36" Type="http://schemas.openxmlformats.org/officeDocument/2006/relationships/image" Target="../media/image17.png"/><Relationship Id="rId57" Type="http://schemas.openxmlformats.org/officeDocument/2006/relationships/customXml" Target="../ink/ink28.xml"/><Relationship Id="rId106" Type="http://schemas.openxmlformats.org/officeDocument/2006/relationships/image" Target="../media/image52.png"/><Relationship Id="rId127" Type="http://schemas.openxmlformats.org/officeDocument/2006/relationships/customXml" Target="../ink/ink63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52" Type="http://schemas.openxmlformats.org/officeDocument/2006/relationships/image" Target="../media/image25.png"/><Relationship Id="rId73" Type="http://schemas.openxmlformats.org/officeDocument/2006/relationships/customXml" Target="../ink/ink36.xml"/><Relationship Id="rId78" Type="http://schemas.openxmlformats.org/officeDocument/2006/relationships/image" Target="../media/image38.png"/><Relationship Id="rId94" Type="http://schemas.openxmlformats.org/officeDocument/2006/relationships/image" Target="../media/image4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0.png"/><Relationship Id="rId143" Type="http://schemas.openxmlformats.org/officeDocument/2006/relationships/customXml" Target="../ink/ink71.xml"/><Relationship Id="rId148" Type="http://schemas.openxmlformats.org/officeDocument/2006/relationships/image" Target="../media/image73.png"/><Relationship Id="rId164" Type="http://schemas.openxmlformats.org/officeDocument/2006/relationships/image" Target="../media/image81.png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26" Type="http://schemas.openxmlformats.org/officeDocument/2006/relationships/image" Target="../media/image12.png"/><Relationship Id="rId47" Type="http://schemas.openxmlformats.org/officeDocument/2006/relationships/customXml" Target="../ink/ink23.xml"/><Relationship Id="rId68" Type="http://schemas.openxmlformats.org/officeDocument/2006/relationships/image" Target="../media/image33.png"/><Relationship Id="rId89" Type="http://schemas.openxmlformats.org/officeDocument/2006/relationships/customXml" Target="../ink/ink44.xml"/><Relationship Id="rId112" Type="http://schemas.openxmlformats.org/officeDocument/2006/relationships/image" Target="../media/image55.png"/><Relationship Id="rId133" Type="http://schemas.openxmlformats.org/officeDocument/2006/relationships/customXml" Target="../ink/ink66.xml"/><Relationship Id="rId154" Type="http://schemas.openxmlformats.org/officeDocument/2006/relationships/image" Target="../media/image76.png"/><Relationship Id="rId16" Type="http://schemas.openxmlformats.org/officeDocument/2006/relationships/image" Target="../media/image7.png"/><Relationship Id="rId37" Type="http://schemas.openxmlformats.org/officeDocument/2006/relationships/customXml" Target="../ink/ink18.xml"/><Relationship Id="rId58" Type="http://schemas.openxmlformats.org/officeDocument/2006/relationships/image" Target="../media/image28.png"/><Relationship Id="rId79" Type="http://schemas.openxmlformats.org/officeDocument/2006/relationships/customXml" Target="../ink/ink39.xml"/><Relationship Id="rId102" Type="http://schemas.openxmlformats.org/officeDocument/2006/relationships/image" Target="../media/image50.png"/><Relationship Id="rId123" Type="http://schemas.openxmlformats.org/officeDocument/2006/relationships/customXml" Target="../ink/ink61.xml"/><Relationship Id="rId144" Type="http://schemas.openxmlformats.org/officeDocument/2006/relationships/image" Target="../media/image71.png"/><Relationship Id="rId90" Type="http://schemas.openxmlformats.org/officeDocument/2006/relationships/image" Target="../media/image44.png"/><Relationship Id="rId27" Type="http://schemas.openxmlformats.org/officeDocument/2006/relationships/customXml" Target="../ink/ink13.xml"/><Relationship Id="rId48" Type="http://schemas.openxmlformats.org/officeDocument/2006/relationships/image" Target="../media/image23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6.png"/><Relationship Id="rId80" Type="http://schemas.openxmlformats.org/officeDocument/2006/relationships/image" Target="../media/image39.png"/><Relationship Id="rId155" Type="http://schemas.openxmlformats.org/officeDocument/2006/relationships/customXml" Target="../ink/ink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4A124896-4BD1-6AF8-38EC-C3FD79011C17}"/>
              </a:ext>
            </a:extLst>
          </p:cNvPr>
          <p:cNvGrpSpPr/>
          <p:nvPr/>
        </p:nvGrpSpPr>
        <p:grpSpPr>
          <a:xfrm>
            <a:off x="643809" y="121329"/>
            <a:ext cx="2407680" cy="1063800"/>
            <a:chOff x="643809" y="121329"/>
            <a:chExt cx="2407680" cy="10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7A52A762-25DD-80D5-E714-D2D16BD25DAB}"/>
                    </a:ext>
                  </a:extLst>
                </p14:cNvPr>
                <p14:cNvContentPartPr/>
                <p14:nvPr/>
              </p14:nvContentPartPr>
              <p14:xfrm>
                <a:off x="643809" y="444969"/>
                <a:ext cx="217440" cy="7401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7A52A762-25DD-80D5-E714-D2D16BD25D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3209" y="414369"/>
                  <a:ext cx="27864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5F053B45-98E5-574F-D101-500C36F33111}"/>
                    </a:ext>
                  </a:extLst>
                </p14:cNvPr>
                <p14:cNvContentPartPr/>
                <p14:nvPr/>
              </p14:nvContentPartPr>
              <p14:xfrm>
                <a:off x="900489" y="887049"/>
                <a:ext cx="93960" cy="15444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5F053B45-98E5-574F-D101-500C36F331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9889" y="856449"/>
                  <a:ext cx="155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F6283D48-74B1-021A-1A66-99E4AD024DB6}"/>
                    </a:ext>
                  </a:extLst>
                </p14:cNvPr>
                <p14:cNvContentPartPr/>
                <p14:nvPr/>
              </p14:nvContentPartPr>
              <p14:xfrm>
                <a:off x="938289" y="338409"/>
                <a:ext cx="14040" cy="26352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F6283D48-74B1-021A-1A66-99E4AD024DB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7689" y="307809"/>
                  <a:ext cx="752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ACA0A2BD-7B34-9FE2-2F62-4C33038F4BFE}"/>
                    </a:ext>
                  </a:extLst>
                </p14:cNvPr>
                <p14:cNvContentPartPr/>
                <p14:nvPr/>
              </p14:nvContentPartPr>
              <p14:xfrm>
                <a:off x="1223049" y="586809"/>
                <a:ext cx="317520" cy="3639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ACA0A2BD-7B34-9FE2-2F62-4C33038F4BF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92449" y="556209"/>
                  <a:ext cx="3787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2BF3BBB8-BF51-5A41-37D2-C75213F86C70}"/>
                    </a:ext>
                  </a:extLst>
                </p14:cNvPr>
                <p14:cNvContentPartPr/>
                <p14:nvPr/>
              </p14:nvContentPartPr>
              <p14:xfrm>
                <a:off x="1330689" y="608049"/>
                <a:ext cx="153360" cy="31140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2BF3BBB8-BF51-5A41-37D2-C75213F86C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0089" y="577089"/>
                  <a:ext cx="2145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4F4D6FBF-5531-9CAA-BED1-E25BB7ED2D1E}"/>
                    </a:ext>
                  </a:extLst>
                </p14:cNvPr>
                <p14:cNvContentPartPr/>
                <p14:nvPr/>
              </p14:nvContentPartPr>
              <p14:xfrm>
                <a:off x="1458489" y="403209"/>
                <a:ext cx="207720" cy="20772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4F4D6FBF-5531-9CAA-BED1-E25BB7ED2D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27529" y="372609"/>
                  <a:ext cx="268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1A1A0DB8-985B-C74A-7154-7F5865826E4A}"/>
                    </a:ext>
                  </a:extLst>
                </p14:cNvPr>
                <p14:cNvContentPartPr/>
                <p14:nvPr/>
              </p14:nvContentPartPr>
              <p14:xfrm>
                <a:off x="1777809" y="423369"/>
                <a:ext cx="468000" cy="41328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1A1A0DB8-985B-C74A-7154-7F5865826E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47209" y="392769"/>
                  <a:ext cx="5295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E6CA972E-1CDB-9102-003D-7CF80C24CE77}"/>
                    </a:ext>
                  </a:extLst>
                </p14:cNvPr>
                <p14:cNvContentPartPr/>
                <p14:nvPr/>
              </p14:nvContentPartPr>
              <p14:xfrm>
                <a:off x="2073369" y="574929"/>
                <a:ext cx="153360" cy="2962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E6CA972E-1CDB-9102-003D-7CF80C24CE7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42769" y="544329"/>
                  <a:ext cx="2145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95D5EBF8-E083-232C-9B7E-57A4D9D7248E}"/>
                    </a:ext>
                  </a:extLst>
                </p14:cNvPr>
                <p14:cNvContentPartPr/>
                <p14:nvPr/>
              </p14:nvContentPartPr>
              <p14:xfrm>
                <a:off x="2325009" y="557649"/>
                <a:ext cx="218520" cy="9036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95D5EBF8-E083-232C-9B7E-57A4D9D7248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94049" y="526689"/>
                  <a:ext cx="279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96598B72-DE24-FAF2-9D1B-F2DA76E0388C}"/>
                    </a:ext>
                  </a:extLst>
                </p14:cNvPr>
                <p14:cNvContentPartPr/>
                <p14:nvPr/>
              </p14:nvContentPartPr>
              <p14:xfrm>
                <a:off x="2367849" y="699129"/>
                <a:ext cx="209160" cy="4140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96598B72-DE24-FAF2-9D1B-F2DA76E0388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37249" y="668529"/>
                  <a:ext cx="270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44FBAB1E-8977-1A27-36DA-02E96D241C8F}"/>
                    </a:ext>
                  </a:extLst>
                </p14:cNvPr>
                <p14:cNvContentPartPr/>
                <p14:nvPr/>
              </p14:nvContentPartPr>
              <p14:xfrm>
                <a:off x="2782209" y="504369"/>
                <a:ext cx="215280" cy="302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44FBAB1E-8977-1A27-36DA-02E96D241C8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51609" y="473769"/>
                  <a:ext cx="276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4FCF475A-6808-E1DC-6847-77BD83B35B06}"/>
                    </a:ext>
                  </a:extLst>
                </p14:cNvPr>
                <p14:cNvContentPartPr/>
                <p14:nvPr/>
              </p14:nvContentPartPr>
              <p14:xfrm>
                <a:off x="2778249" y="641889"/>
                <a:ext cx="273240" cy="3816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4FCF475A-6808-E1DC-6847-77BD83B35B0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47649" y="611289"/>
                  <a:ext cx="3348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92EFCE22-3948-FAAB-C44C-295F1E6F14E4}"/>
                    </a:ext>
                  </a:extLst>
                </p14:cNvPr>
                <p14:cNvContentPartPr/>
                <p14:nvPr/>
              </p14:nvContentPartPr>
              <p14:xfrm>
                <a:off x="2826849" y="121329"/>
                <a:ext cx="25200" cy="33876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92EFCE22-3948-FAAB-C44C-295F1E6F14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95889" y="90729"/>
                  <a:ext cx="8676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E457A181-E66C-134A-0F19-140315E10541}"/>
              </a:ext>
            </a:extLst>
          </p:cNvPr>
          <p:cNvGrpSpPr/>
          <p:nvPr/>
        </p:nvGrpSpPr>
        <p:grpSpPr>
          <a:xfrm>
            <a:off x="744609" y="1235169"/>
            <a:ext cx="6536520" cy="2782440"/>
            <a:chOff x="744609" y="1235169"/>
            <a:chExt cx="6536520" cy="278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DA59486B-D858-750C-FAA0-6B95EB945AFC}"/>
                    </a:ext>
                  </a:extLst>
                </p14:cNvPr>
                <p14:cNvContentPartPr/>
                <p14:nvPr/>
              </p14:nvContentPartPr>
              <p14:xfrm>
                <a:off x="744609" y="1817289"/>
                <a:ext cx="354600" cy="55044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DA59486B-D858-750C-FAA0-6B95EB945AF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14009" y="1786689"/>
                  <a:ext cx="41616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8F318EC4-F7A9-25EB-A4A2-F6B1D3104557}"/>
                    </a:ext>
                  </a:extLst>
                </p14:cNvPr>
                <p14:cNvContentPartPr/>
                <p14:nvPr/>
              </p14:nvContentPartPr>
              <p14:xfrm>
                <a:off x="1289289" y="1886409"/>
                <a:ext cx="286560" cy="32508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8F318EC4-F7A9-25EB-A4A2-F6B1D31045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58689" y="1855809"/>
                  <a:ext cx="3477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26253214-DB8F-A536-E7CF-3513C0CD6578}"/>
                    </a:ext>
                  </a:extLst>
                </p14:cNvPr>
                <p14:cNvContentPartPr/>
                <p14:nvPr/>
              </p14:nvContentPartPr>
              <p14:xfrm>
                <a:off x="2023689" y="1790289"/>
                <a:ext cx="349200" cy="36216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26253214-DB8F-A536-E7CF-3513C0CD657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93089" y="1759329"/>
                  <a:ext cx="4104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002B6D03-D39A-A64A-6ABF-FCE162E22549}"/>
                    </a:ext>
                  </a:extLst>
                </p14:cNvPr>
                <p14:cNvContentPartPr/>
                <p14:nvPr/>
              </p14:nvContentPartPr>
              <p14:xfrm>
                <a:off x="2428689" y="1762929"/>
                <a:ext cx="304920" cy="32004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002B6D03-D39A-A64A-6ABF-FCE162E2254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398089" y="1732329"/>
                  <a:ext cx="3664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2C217DC5-6928-A018-BACD-E79171F31DFB}"/>
                    </a:ext>
                  </a:extLst>
                </p14:cNvPr>
                <p14:cNvContentPartPr/>
                <p14:nvPr/>
              </p14:nvContentPartPr>
              <p14:xfrm>
                <a:off x="3828729" y="1663569"/>
                <a:ext cx="434160" cy="41616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2C217DC5-6928-A018-BACD-E79171F31DF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98129" y="1632969"/>
                  <a:ext cx="49572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EEBF16EB-76CD-F024-AB77-784C64D39CE0}"/>
                    </a:ext>
                  </a:extLst>
                </p14:cNvPr>
                <p14:cNvContentPartPr/>
                <p14:nvPr/>
              </p14:nvContentPartPr>
              <p14:xfrm>
                <a:off x="3992529" y="1617489"/>
                <a:ext cx="200160" cy="5126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EEBF16EB-76CD-F024-AB77-784C64D39C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61569" y="1586889"/>
                  <a:ext cx="26136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3CC8A691-0808-F11F-9221-AF150A474E1D}"/>
                    </a:ext>
                  </a:extLst>
                </p14:cNvPr>
                <p14:cNvContentPartPr/>
                <p14:nvPr/>
              </p14:nvContentPartPr>
              <p14:xfrm>
                <a:off x="4272969" y="1235169"/>
                <a:ext cx="266760" cy="47700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3CC8A691-0808-F11F-9221-AF150A474E1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42369" y="1204569"/>
                  <a:ext cx="3283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CF1D240C-BE9B-4DAE-E619-7876E6E27F0C}"/>
                    </a:ext>
                  </a:extLst>
                </p14:cNvPr>
                <p14:cNvContentPartPr/>
                <p14:nvPr/>
              </p14:nvContentPartPr>
              <p14:xfrm>
                <a:off x="1319529" y="2657169"/>
                <a:ext cx="221040" cy="12564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CF1D240C-BE9B-4DAE-E619-7876E6E27F0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88569" y="2626569"/>
                  <a:ext cx="282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84F0E42C-0938-1DCD-ED2E-506E3BCF3E40}"/>
                    </a:ext>
                  </a:extLst>
                </p14:cNvPr>
                <p14:cNvContentPartPr/>
                <p14:nvPr/>
              </p14:nvContentPartPr>
              <p14:xfrm>
                <a:off x="1396569" y="2535849"/>
                <a:ext cx="146520" cy="30456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84F0E42C-0938-1DCD-ED2E-506E3BCF3E4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365609" y="2505249"/>
                  <a:ext cx="2080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5F76F382-FE0A-E119-63B7-301B0EE5D503}"/>
                    </a:ext>
                  </a:extLst>
                </p14:cNvPr>
                <p14:cNvContentPartPr/>
                <p14:nvPr/>
              </p14:nvContentPartPr>
              <p14:xfrm>
                <a:off x="1335009" y="2787489"/>
                <a:ext cx="59400" cy="29052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5F76F382-FE0A-E119-63B7-301B0EE5D5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304409" y="2756529"/>
                  <a:ext cx="1209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6A10850E-A3D6-7ABD-291B-5ECC88666EAF}"/>
                    </a:ext>
                  </a:extLst>
                </p14:cNvPr>
                <p14:cNvContentPartPr/>
                <p14:nvPr/>
              </p14:nvContentPartPr>
              <p14:xfrm>
                <a:off x="1300449" y="2783169"/>
                <a:ext cx="352080" cy="4910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6A10850E-A3D6-7ABD-291B-5ECC88666EA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69849" y="2752569"/>
                  <a:ext cx="4132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DE152B4D-F8C9-A9B4-D9E7-339BBDDEE19E}"/>
                    </a:ext>
                  </a:extLst>
                </p14:cNvPr>
                <p14:cNvContentPartPr/>
                <p14:nvPr/>
              </p14:nvContentPartPr>
              <p14:xfrm>
                <a:off x="1498809" y="2853009"/>
                <a:ext cx="150120" cy="65664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DE152B4D-F8C9-A9B4-D9E7-339BBDDEE19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468209" y="2822409"/>
                  <a:ext cx="21168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4DF01DD7-B48E-E0A9-B458-486F04C49DBC}"/>
                    </a:ext>
                  </a:extLst>
                </p14:cNvPr>
                <p14:cNvContentPartPr/>
                <p14:nvPr/>
              </p14:nvContentPartPr>
              <p14:xfrm>
                <a:off x="1856289" y="2754729"/>
                <a:ext cx="139680" cy="2088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4DF01DD7-B48E-E0A9-B458-486F04C49DB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825689" y="2724129"/>
                  <a:ext cx="201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01A5B045-AE36-4CDD-832D-06C035FDD13E}"/>
                    </a:ext>
                  </a:extLst>
                </p14:cNvPr>
                <p14:cNvContentPartPr/>
                <p14:nvPr/>
              </p14:nvContentPartPr>
              <p14:xfrm>
                <a:off x="1793649" y="2824569"/>
                <a:ext cx="277200" cy="12816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01A5B045-AE36-4CDD-832D-06C035FDD13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63049" y="2793969"/>
                  <a:ext cx="338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93A324DA-6791-1793-E6F2-FDB7D18AD359}"/>
                    </a:ext>
                  </a:extLst>
                </p14:cNvPr>
                <p14:cNvContentPartPr/>
                <p14:nvPr/>
              </p14:nvContentPartPr>
              <p14:xfrm>
                <a:off x="1890489" y="2591649"/>
                <a:ext cx="137520" cy="53136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93A324DA-6791-1793-E6F2-FDB7D18AD35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59889" y="2561049"/>
                  <a:ext cx="19908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4C8F2ABE-9231-0F1B-D07F-807C4ADE1E14}"/>
                    </a:ext>
                  </a:extLst>
                </p14:cNvPr>
                <p14:cNvContentPartPr/>
                <p14:nvPr/>
              </p14:nvContentPartPr>
              <p14:xfrm>
                <a:off x="1898409" y="2949849"/>
                <a:ext cx="316800" cy="25200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4C8F2ABE-9231-0F1B-D07F-807C4ADE1E1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67809" y="2919249"/>
                  <a:ext cx="3780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FBCC1A17-4490-790A-F21E-6874B06A10B5}"/>
                    </a:ext>
                  </a:extLst>
                </p14:cNvPr>
                <p14:cNvContentPartPr/>
                <p14:nvPr/>
              </p14:nvContentPartPr>
              <p14:xfrm>
                <a:off x="2423649" y="2647449"/>
                <a:ext cx="86040" cy="36612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FBCC1A17-4490-790A-F21E-6874B06A10B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392689" y="2616849"/>
                  <a:ext cx="1472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7CF56EA9-76A6-CA91-2B37-F01F2D40B3DD}"/>
                    </a:ext>
                  </a:extLst>
                </p14:cNvPr>
                <p14:cNvContentPartPr/>
                <p14:nvPr/>
              </p14:nvContentPartPr>
              <p14:xfrm>
                <a:off x="2530569" y="2813769"/>
                <a:ext cx="69120" cy="4212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7CF56EA9-76A6-CA91-2B37-F01F2D40B3D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99609" y="2783169"/>
                  <a:ext cx="130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C6A8BEF9-7CAC-E9BC-7E2F-52BB8BB1DE65}"/>
                    </a:ext>
                  </a:extLst>
                </p14:cNvPr>
                <p14:cNvContentPartPr/>
                <p14:nvPr/>
              </p14:nvContentPartPr>
              <p14:xfrm>
                <a:off x="2334729" y="2832129"/>
                <a:ext cx="391680" cy="25020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C6A8BEF9-7CAC-E9BC-7E2F-52BB8BB1DE6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304129" y="2801529"/>
                  <a:ext cx="452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C5B8AA1E-6242-EFB1-E189-B10E37F215D5}"/>
                    </a:ext>
                  </a:extLst>
                </p14:cNvPr>
                <p14:cNvContentPartPr/>
                <p14:nvPr/>
              </p14:nvContentPartPr>
              <p14:xfrm>
                <a:off x="2606169" y="2658609"/>
                <a:ext cx="214200" cy="34812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C5B8AA1E-6242-EFB1-E189-B10E37F215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75569" y="2628009"/>
                  <a:ext cx="2754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C2751ABD-0F24-00A8-53CF-F3F056B3B897}"/>
                    </a:ext>
                  </a:extLst>
                </p14:cNvPr>
                <p14:cNvContentPartPr/>
                <p14:nvPr/>
              </p14:nvContentPartPr>
              <p14:xfrm>
                <a:off x="2790849" y="2469969"/>
                <a:ext cx="547560" cy="56808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C2751ABD-0F24-00A8-53CF-F3F056B3B89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760249" y="2439369"/>
                  <a:ext cx="60912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201516E5-E4FA-34BB-1F92-24E61F5936D9}"/>
                    </a:ext>
                  </a:extLst>
                </p14:cNvPr>
                <p14:cNvContentPartPr/>
                <p14:nvPr/>
              </p14:nvContentPartPr>
              <p14:xfrm>
                <a:off x="3092529" y="2496249"/>
                <a:ext cx="70200" cy="46152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201516E5-E4FA-34BB-1F92-24E61F5936D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061569" y="2465649"/>
                  <a:ext cx="1314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FEC77614-910C-82AB-9465-0498B070EE19}"/>
                    </a:ext>
                  </a:extLst>
                </p14:cNvPr>
                <p14:cNvContentPartPr/>
                <p14:nvPr/>
              </p14:nvContentPartPr>
              <p14:xfrm>
                <a:off x="3160929" y="2681649"/>
                <a:ext cx="126720" cy="6768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FEC77614-910C-82AB-9465-0498B070EE1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129969" y="2651049"/>
                  <a:ext cx="1882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0208B44A-0DEB-A9FB-F6F8-51533B10B0A3}"/>
                    </a:ext>
                  </a:extLst>
                </p14:cNvPr>
                <p14:cNvContentPartPr/>
                <p14:nvPr/>
              </p14:nvContentPartPr>
              <p14:xfrm>
                <a:off x="3577449" y="2492649"/>
                <a:ext cx="89280" cy="4428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0208B44A-0DEB-A9FB-F6F8-51533B10B0A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46489" y="2462049"/>
                  <a:ext cx="1508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C68403AD-7155-C0EC-F80B-3A6E0F4F3C5D}"/>
                    </a:ext>
                  </a:extLst>
                </p14:cNvPr>
                <p14:cNvContentPartPr/>
                <p14:nvPr/>
              </p14:nvContentPartPr>
              <p14:xfrm>
                <a:off x="3579969" y="2696409"/>
                <a:ext cx="88560" cy="1872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C68403AD-7155-C0EC-F80B-3A6E0F4F3C5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549369" y="2665809"/>
                  <a:ext cx="149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83EACD5E-74E5-C109-E7F9-19AAA2E4E471}"/>
                    </a:ext>
                  </a:extLst>
                </p14:cNvPr>
                <p14:cNvContentPartPr/>
                <p14:nvPr/>
              </p14:nvContentPartPr>
              <p14:xfrm>
                <a:off x="3637209" y="2752929"/>
                <a:ext cx="87480" cy="19080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83EACD5E-74E5-C109-E7F9-19AAA2E4E47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06609" y="2721969"/>
                  <a:ext cx="1490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4174AB45-AA61-ED75-61C6-C039597445BB}"/>
                    </a:ext>
                  </a:extLst>
                </p14:cNvPr>
                <p14:cNvContentPartPr/>
                <p14:nvPr/>
              </p14:nvContentPartPr>
              <p14:xfrm>
                <a:off x="3798849" y="2276289"/>
                <a:ext cx="217440" cy="10260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4174AB45-AA61-ED75-61C6-C039597445B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68249" y="2245689"/>
                  <a:ext cx="278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C3898A58-45E2-AE86-33A2-FA5B5F0E46A2}"/>
                    </a:ext>
                  </a:extLst>
                </p14:cNvPr>
                <p14:cNvContentPartPr/>
                <p14:nvPr/>
              </p14:nvContentPartPr>
              <p14:xfrm>
                <a:off x="3788049" y="2427129"/>
                <a:ext cx="342360" cy="13752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C3898A58-45E2-AE86-33A2-FA5B5F0E46A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757449" y="2396529"/>
                  <a:ext cx="4039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D65EB11D-B316-0C9D-1B2F-9A3C46212E35}"/>
                    </a:ext>
                  </a:extLst>
                </p14:cNvPr>
                <p14:cNvContentPartPr/>
                <p14:nvPr/>
              </p14:nvContentPartPr>
              <p14:xfrm>
                <a:off x="3735849" y="2333169"/>
                <a:ext cx="209880" cy="46872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D65EB11D-B316-0C9D-1B2F-9A3C46212E3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705249" y="2302569"/>
                  <a:ext cx="2710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C936B1DA-60DC-DCCD-5003-30F24CD94BF1}"/>
                    </a:ext>
                  </a:extLst>
                </p14:cNvPr>
                <p14:cNvContentPartPr/>
                <p14:nvPr/>
              </p14:nvContentPartPr>
              <p14:xfrm>
                <a:off x="3978129" y="2482209"/>
                <a:ext cx="241200" cy="13644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C936B1DA-60DC-DCCD-5003-30F24CD94BF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947529" y="2451609"/>
                  <a:ext cx="302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EF00D3AE-38BE-388F-9E58-F8273BB66871}"/>
                    </a:ext>
                  </a:extLst>
                </p14:cNvPr>
                <p14:cNvContentPartPr/>
                <p14:nvPr/>
              </p14:nvContentPartPr>
              <p14:xfrm>
                <a:off x="3947169" y="2652129"/>
                <a:ext cx="120960" cy="35064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EF00D3AE-38BE-388F-9E58-F8273BB6687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916569" y="2621169"/>
                  <a:ext cx="1825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976C85A8-4A79-B716-AD91-7611D6766CEB}"/>
                    </a:ext>
                  </a:extLst>
                </p14:cNvPr>
                <p14:cNvContentPartPr/>
                <p14:nvPr/>
              </p14:nvContentPartPr>
              <p14:xfrm>
                <a:off x="3886329" y="2711169"/>
                <a:ext cx="49680" cy="19440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976C85A8-4A79-B716-AD91-7611D6766CE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855729" y="2680569"/>
                  <a:ext cx="110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4B471984-9C64-5DDA-0086-BB6151D4DE62}"/>
                    </a:ext>
                  </a:extLst>
                </p14:cNvPr>
                <p14:cNvContentPartPr/>
                <p14:nvPr/>
              </p14:nvContentPartPr>
              <p14:xfrm>
                <a:off x="4014849" y="2753649"/>
                <a:ext cx="101160" cy="9432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4B471984-9C64-5DDA-0086-BB6151D4DE6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984249" y="2723049"/>
                  <a:ext cx="162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B7311055-DF7F-5841-D7CD-71F1F90A287D}"/>
                    </a:ext>
                  </a:extLst>
                </p14:cNvPr>
                <p14:cNvContentPartPr/>
                <p14:nvPr/>
              </p14:nvContentPartPr>
              <p14:xfrm>
                <a:off x="4139049" y="2709009"/>
                <a:ext cx="124200" cy="15876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B7311055-DF7F-5841-D7CD-71F1F90A287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08089" y="2678049"/>
                  <a:ext cx="185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FB5E64B0-E72A-54F1-82EF-560E1841373D}"/>
                    </a:ext>
                  </a:extLst>
                </p14:cNvPr>
                <p14:cNvContentPartPr/>
                <p14:nvPr/>
              </p14:nvContentPartPr>
              <p14:xfrm>
                <a:off x="4306449" y="2520369"/>
                <a:ext cx="299520" cy="25020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FB5E64B0-E72A-54F1-82EF-560E1841373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75849" y="2489409"/>
                  <a:ext cx="3607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7E3B7C01-C709-0D6F-EB49-7B8552340030}"/>
                    </a:ext>
                  </a:extLst>
                </p14:cNvPr>
                <p14:cNvContentPartPr/>
                <p14:nvPr/>
              </p14:nvContentPartPr>
              <p14:xfrm>
                <a:off x="4372329" y="2357649"/>
                <a:ext cx="106560" cy="57024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7E3B7C01-C709-0D6F-EB49-7B855234003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41729" y="2327049"/>
                  <a:ext cx="16776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74708FD1-B9CD-571F-D350-406921F85B43}"/>
                    </a:ext>
                  </a:extLst>
                </p14:cNvPr>
                <p14:cNvContentPartPr/>
                <p14:nvPr/>
              </p14:nvContentPartPr>
              <p14:xfrm>
                <a:off x="4653129" y="2486169"/>
                <a:ext cx="168120" cy="29808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74708FD1-B9CD-571F-D350-406921F85B4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622529" y="2455569"/>
                  <a:ext cx="2296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1E311EE5-1304-A252-4508-92AB76CCB66F}"/>
                    </a:ext>
                  </a:extLst>
                </p14:cNvPr>
                <p14:cNvContentPartPr/>
                <p14:nvPr/>
              </p14:nvContentPartPr>
              <p14:xfrm>
                <a:off x="4922769" y="2054529"/>
                <a:ext cx="330840" cy="47808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1E311EE5-1304-A252-4508-92AB76CCB66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92169" y="2023929"/>
                  <a:ext cx="39240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06064530-6A8F-F6C6-6926-8F5F53152366}"/>
                    </a:ext>
                  </a:extLst>
                </p14:cNvPr>
                <p14:cNvContentPartPr/>
                <p14:nvPr/>
              </p14:nvContentPartPr>
              <p14:xfrm>
                <a:off x="5023209" y="2320929"/>
                <a:ext cx="315720" cy="19008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06064530-6A8F-F6C6-6926-8F5F5315236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992249" y="2290329"/>
                  <a:ext cx="377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D3724A2A-4352-BCE3-502B-C5CFBE7F6385}"/>
                    </a:ext>
                  </a:extLst>
                </p14:cNvPr>
                <p14:cNvContentPartPr/>
                <p14:nvPr/>
              </p14:nvContentPartPr>
              <p14:xfrm>
                <a:off x="5008089" y="2498049"/>
                <a:ext cx="394200" cy="31500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D3724A2A-4352-BCE3-502B-C5CFBE7F638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977489" y="2467449"/>
                  <a:ext cx="4554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968E0F95-7298-A7C6-F0F7-0E582BCC2C50}"/>
                    </a:ext>
                  </a:extLst>
                </p14:cNvPr>
                <p14:cNvContentPartPr/>
                <p14:nvPr/>
              </p14:nvContentPartPr>
              <p14:xfrm>
                <a:off x="5235609" y="2592009"/>
                <a:ext cx="26280" cy="15948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968E0F95-7298-A7C6-F0F7-0E582BCC2C5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204649" y="2561409"/>
                  <a:ext cx="874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72EB8174-E953-3234-0713-A86D04A87222}"/>
                    </a:ext>
                  </a:extLst>
                </p14:cNvPr>
                <p14:cNvContentPartPr/>
                <p14:nvPr/>
              </p14:nvContentPartPr>
              <p14:xfrm>
                <a:off x="5522889" y="2195289"/>
                <a:ext cx="49680" cy="15444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72EB8174-E953-3234-0713-A86D04A8722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491929" y="2164689"/>
                  <a:ext cx="111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A146DD85-585E-DEC2-57F0-86054B43CA3A}"/>
                    </a:ext>
                  </a:extLst>
                </p14:cNvPr>
                <p14:cNvContentPartPr/>
                <p14:nvPr/>
              </p14:nvContentPartPr>
              <p14:xfrm>
                <a:off x="5544129" y="2480049"/>
                <a:ext cx="48600" cy="4536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A146DD85-585E-DEC2-57F0-86054B43CA3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513529" y="2449089"/>
                  <a:ext cx="110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D5809B0E-85B1-00B6-7825-69627F3B504C}"/>
                    </a:ext>
                  </a:extLst>
                </p14:cNvPr>
                <p14:cNvContentPartPr/>
                <p14:nvPr/>
              </p14:nvContentPartPr>
              <p14:xfrm>
                <a:off x="5549169" y="2463129"/>
                <a:ext cx="131040" cy="26244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D5809B0E-85B1-00B6-7825-69627F3B504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518209" y="2432169"/>
                  <a:ext cx="1922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854EE783-7CEA-E01D-2ECB-1EFEFA60C0DF}"/>
                    </a:ext>
                  </a:extLst>
                </p14:cNvPr>
                <p14:cNvContentPartPr/>
                <p14:nvPr/>
              </p14:nvContentPartPr>
              <p14:xfrm>
                <a:off x="5702169" y="2023209"/>
                <a:ext cx="57240" cy="6408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854EE783-7CEA-E01D-2ECB-1EFEFA60C0D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71569" y="1992609"/>
                  <a:ext cx="118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07155661-3D59-2B23-979C-86CB49919D1C}"/>
                    </a:ext>
                  </a:extLst>
                </p14:cNvPr>
                <p14:cNvContentPartPr/>
                <p14:nvPr/>
              </p14:nvContentPartPr>
              <p14:xfrm>
                <a:off x="5743929" y="2207529"/>
                <a:ext cx="318960" cy="47628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07155661-3D59-2B23-979C-86CB49919D1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712969" y="2176929"/>
                  <a:ext cx="3805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C1F98D1E-B138-0580-95AE-489277525A31}"/>
                    </a:ext>
                  </a:extLst>
                </p14:cNvPr>
                <p14:cNvContentPartPr/>
                <p14:nvPr/>
              </p14:nvContentPartPr>
              <p14:xfrm>
                <a:off x="3488169" y="3393369"/>
                <a:ext cx="455400" cy="61920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C1F98D1E-B138-0580-95AE-489277525A3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457569" y="3362769"/>
                  <a:ext cx="51696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FB5584AB-8C65-A2C0-9D19-4F4AEC401CDE}"/>
                    </a:ext>
                  </a:extLst>
                </p14:cNvPr>
                <p14:cNvContentPartPr/>
                <p14:nvPr/>
              </p14:nvContentPartPr>
              <p14:xfrm>
                <a:off x="3886329" y="3499209"/>
                <a:ext cx="390600" cy="48024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FB5584AB-8C65-A2C0-9D19-4F4AEC401CD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855369" y="3468609"/>
                  <a:ext cx="45180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CDF8E757-5F2D-3651-AA2C-17313159E5FD}"/>
                    </a:ext>
                  </a:extLst>
                </p14:cNvPr>
                <p14:cNvContentPartPr/>
                <p14:nvPr/>
              </p14:nvContentPartPr>
              <p14:xfrm>
                <a:off x="4404729" y="3533409"/>
                <a:ext cx="133560" cy="10764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CDF8E757-5F2D-3651-AA2C-17313159E5F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374129" y="3502809"/>
                  <a:ext cx="194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27227F8A-F35E-157F-DF4B-F614A4E995FB}"/>
                    </a:ext>
                  </a:extLst>
                </p14:cNvPr>
                <p14:cNvContentPartPr/>
                <p14:nvPr/>
              </p14:nvContentPartPr>
              <p14:xfrm>
                <a:off x="4591209" y="3478329"/>
                <a:ext cx="18720" cy="16272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27227F8A-F35E-157F-DF4B-F614A4E995F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60609" y="3447729"/>
                  <a:ext cx="80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902C80BA-4EEA-BE41-1FA9-36CF09EF2098}"/>
                    </a:ext>
                  </a:extLst>
                </p14:cNvPr>
                <p14:cNvContentPartPr/>
                <p14:nvPr/>
              </p14:nvContentPartPr>
              <p14:xfrm>
                <a:off x="4466289" y="3372129"/>
                <a:ext cx="65160" cy="53964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902C80BA-4EEA-BE41-1FA9-36CF09EF209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35689" y="3341529"/>
                  <a:ext cx="12672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7E6B57AF-61F9-3115-79F4-765A43160AF7}"/>
                    </a:ext>
                  </a:extLst>
                </p14:cNvPr>
                <p14:cNvContentPartPr/>
                <p14:nvPr/>
              </p14:nvContentPartPr>
              <p14:xfrm>
                <a:off x="4598769" y="3628089"/>
                <a:ext cx="149400" cy="19404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7E6B57AF-61F9-3115-79F4-765A43160AF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68169" y="3597489"/>
                  <a:ext cx="210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DBFC02A8-F736-65CB-0C72-EC986E23CF51}"/>
                    </a:ext>
                  </a:extLst>
                </p14:cNvPr>
                <p14:cNvContentPartPr/>
                <p14:nvPr/>
              </p14:nvContentPartPr>
              <p14:xfrm>
                <a:off x="4670049" y="3269889"/>
                <a:ext cx="244800" cy="3384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DBFC02A8-F736-65CB-0C72-EC986E23CF5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639449" y="3239289"/>
                  <a:ext cx="3063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3A40112B-DD99-1F92-0E5E-7C26A6328A36}"/>
                    </a:ext>
                  </a:extLst>
                </p14:cNvPr>
                <p14:cNvContentPartPr/>
                <p14:nvPr/>
              </p14:nvContentPartPr>
              <p14:xfrm>
                <a:off x="4696689" y="3328569"/>
                <a:ext cx="328320" cy="68904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3A40112B-DD99-1F92-0E5E-7C26A6328A3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66089" y="3297969"/>
                  <a:ext cx="38952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ED2643EB-2B5D-A0F3-2C20-AD922DA9A6D9}"/>
                    </a:ext>
                  </a:extLst>
                </p14:cNvPr>
                <p14:cNvContentPartPr/>
                <p14:nvPr/>
              </p14:nvContentPartPr>
              <p14:xfrm>
                <a:off x="5152449" y="3255129"/>
                <a:ext cx="104040" cy="619560"/>
              </p14:xfrm>
            </p:contentPart>
          </mc:Choice>
          <mc:Fallback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ED2643EB-2B5D-A0F3-2C20-AD922DA9A6D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21849" y="3224529"/>
                  <a:ext cx="16524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378849A3-F9F6-2621-3F09-3A83793AF955}"/>
                    </a:ext>
                  </a:extLst>
                </p14:cNvPr>
                <p14:cNvContentPartPr/>
                <p14:nvPr/>
              </p14:nvContentPartPr>
              <p14:xfrm>
                <a:off x="5325249" y="3401289"/>
                <a:ext cx="116640" cy="52560"/>
              </p14:xfrm>
            </p:contentPart>
          </mc:Choice>
          <mc:Fallback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378849A3-F9F6-2621-3F09-3A83793AF95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294649" y="3370689"/>
                  <a:ext cx="177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CB7EF062-BB4F-C654-60F2-B299215E9528}"/>
                    </a:ext>
                  </a:extLst>
                </p14:cNvPr>
                <p14:cNvContentPartPr/>
                <p14:nvPr/>
              </p14:nvContentPartPr>
              <p14:xfrm>
                <a:off x="5359449" y="3057129"/>
                <a:ext cx="73800" cy="149760"/>
              </p14:xfrm>
            </p:contentPart>
          </mc:Choice>
          <mc:Fallback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CB7EF062-BB4F-C654-60F2-B299215E952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328849" y="3026529"/>
                  <a:ext cx="135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F1953D20-8A10-4C0B-D0CA-05A35AB212B4}"/>
                    </a:ext>
                  </a:extLst>
                </p14:cNvPr>
                <p14:cNvContentPartPr/>
                <p14:nvPr/>
              </p14:nvContentPartPr>
              <p14:xfrm>
                <a:off x="5314089" y="3533769"/>
                <a:ext cx="336240" cy="421920"/>
              </p14:xfrm>
            </p:contentPart>
          </mc:Choice>
          <mc:Fallback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F1953D20-8A10-4C0B-D0CA-05A35AB212B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83489" y="3503169"/>
                  <a:ext cx="3978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8" name="墨迹 117">
                  <a:extLst>
                    <a:ext uri="{FF2B5EF4-FFF2-40B4-BE49-F238E27FC236}">
                      <a16:creationId xmlns:a16="http://schemas.microsoft.com/office/drawing/2014/main" id="{62E03EEB-8A61-D0B8-1DB7-0FE2ABFA4E23}"/>
                    </a:ext>
                  </a:extLst>
                </p14:cNvPr>
                <p14:cNvContentPartPr/>
                <p14:nvPr/>
              </p14:nvContentPartPr>
              <p14:xfrm>
                <a:off x="5777049" y="3080169"/>
                <a:ext cx="114840" cy="92520"/>
              </p14:xfrm>
            </p:contentPart>
          </mc:Choice>
          <mc:Fallback>
            <p:pic>
              <p:nvPicPr>
                <p:cNvPr id="118" name="墨迹 117">
                  <a:extLst>
                    <a:ext uri="{FF2B5EF4-FFF2-40B4-BE49-F238E27FC236}">
                      <a16:creationId xmlns:a16="http://schemas.microsoft.com/office/drawing/2014/main" id="{62E03EEB-8A61-D0B8-1DB7-0FE2ABFA4E2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746449" y="3049569"/>
                  <a:ext cx="176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E5CF0D5B-7717-1F24-1F86-2F8D20BF5A6B}"/>
                    </a:ext>
                  </a:extLst>
                </p14:cNvPr>
                <p14:cNvContentPartPr/>
                <p14:nvPr/>
              </p14:nvContentPartPr>
              <p14:xfrm>
                <a:off x="5785329" y="3299049"/>
                <a:ext cx="164160" cy="338040"/>
              </p14:xfrm>
            </p:contentPart>
          </mc:Choice>
          <mc:Fallback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E5CF0D5B-7717-1F24-1F86-2F8D20BF5A6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754369" y="3268449"/>
                  <a:ext cx="2253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62DCC24B-C09D-7F4C-A625-ED37629FDF14}"/>
                    </a:ext>
                  </a:extLst>
                </p14:cNvPr>
                <p14:cNvContentPartPr/>
                <p14:nvPr/>
              </p14:nvContentPartPr>
              <p14:xfrm>
                <a:off x="6072249" y="3005649"/>
                <a:ext cx="380520" cy="680760"/>
              </p14:xfrm>
            </p:contentPart>
          </mc:Choice>
          <mc:Fallback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62DCC24B-C09D-7F4C-A625-ED37629FDF1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041649" y="2975049"/>
                  <a:ext cx="44172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809FB33E-CE38-0BD2-D837-1B48B3CFEA21}"/>
                    </a:ext>
                  </a:extLst>
                </p14:cNvPr>
                <p14:cNvContentPartPr/>
                <p14:nvPr/>
              </p14:nvContentPartPr>
              <p14:xfrm>
                <a:off x="6474009" y="3148569"/>
                <a:ext cx="81720" cy="401400"/>
              </p14:xfrm>
            </p:contentPart>
          </mc:Choice>
          <mc:Fallback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809FB33E-CE38-0BD2-D837-1B48B3CFEA2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43409" y="3117969"/>
                  <a:ext cx="1432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A189D027-2441-B860-0606-2DE80CDD40CF}"/>
                    </a:ext>
                  </a:extLst>
                </p14:cNvPr>
                <p14:cNvContentPartPr/>
                <p14:nvPr/>
              </p14:nvContentPartPr>
              <p14:xfrm>
                <a:off x="6495969" y="3007089"/>
                <a:ext cx="294840" cy="55548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A189D027-2441-B860-0606-2DE80CDD40C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465369" y="2976489"/>
                  <a:ext cx="35640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D20A2948-4BDB-C4D4-3BB2-416F4F7DFB17}"/>
                    </a:ext>
                  </a:extLst>
                </p14:cNvPr>
                <p14:cNvContentPartPr/>
                <p14:nvPr/>
              </p14:nvContentPartPr>
              <p14:xfrm>
                <a:off x="6588129" y="3270249"/>
                <a:ext cx="142560" cy="282240"/>
              </p14:xfrm>
            </p:contentPart>
          </mc:Choice>
          <mc:Fallback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D20A2948-4BDB-C4D4-3BB2-416F4F7DFB1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557169" y="3239649"/>
                  <a:ext cx="2041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F8F252AC-C8D2-8835-E8FC-8790A743A3BB}"/>
                    </a:ext>
                  </a:extLst>
                </p14:cNvPr>
                <p14:cNvContentPartPr/>
                <p14:nvPr/>
              </p14:nvContentPartPr>
              <p14:xfrm>
                <a:off x="6766329" y="3065409"/>
                <a:ext cx="73800" cy="261360"/>
              </p14:xfrm>
            </p:contentPart>
          </mc:Choice>
          <mc:Fallback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F8F252AC-C8D2-8835-E8FC-8790A743A3B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735369" y="3034809"/>
                  <a:ext cx="1353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5" name="墨迹 124">
                  <a:extLst>
                    <a:ext uri="{FF2B5EF4-FFF2-40B4-BE49-F238E27FC236}">
                      <a16:creationId xmlns:a16="http://schemas.microsoft.com/office/drawing/2014/main" id="{62ED6EF3-9B2C-A601-9E41-6ED1E498D7CD}"/>
                    </a:ext>
                  </a:extLst>
                </p14:cNvPr>
                <p14:cNvContentPartPr/>
                <p14:nvPr/>
              </p14:nvContentPartPr>
              <p14:xfrm>
                <a:off x="6707289" y="3019689"/>
                <a:ext cx="384120" cy="387360"/>
              </p14:xfrm>
            </p:contentPart>
          </mc:Choice>
          <mc:Fallback>
            <p:pic>
              <p:nvPicPr>
                <p:cNvPr id="125" name="墨迹 124">
                  <a:extLst>
                    <a:ext uri="{FF2B5EF4-FFF2-40B4-BE49-F238E27FC236}">
                      <a16:creationId xmlns:a16="http://schemas.microsoft.com/office/drawing/2014/main" id="{62ED6EF3-9B2C-A601-9E41-6ED1E498D7C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676689" y="2989089"/>
                  <a:ext cx="4456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2E7D38E2-A32A-DD98-AEC1-CF21957029A4}"/>
                    </a:ext>
                  </a:extLst>
                </p14:cNvPr>
                <p14:cNvContentPartPr/>
                <p14:nvPr/>
              </p14:nvContentPartPr>
              <p14:xfrm>
                <a:off x="6741489" y="2859849"/>
                <a:ext cx="192960" cy="732600"/>
              </p14:xfrm>
            </p:contentPart>
          </mc:Choice>
          <mc:Fallback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2E7D38E2-A32A-DD98-AEC1-CF21957029A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710889" y="2829249"/>
                  <a:ext cx="254520" cy="79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9" name="墨迹 128">
                  <a:extLst>
                    <a:ext uri="{FF2B5EF4-FFF2-40B4-BE49-F238E27FC236}">
                      <a16:creationId xmlns:a16="http://schemas.microsoft.com/office/drawing/2014/main" id="{EBFD5987-846A-27E1-6EC3-853DD73A4CC6}"/>
                    </a:ext>
                  </a:extLst>
                </p14:cNvPr>
                <p14:cNvContentPartPr/>
                <p14:nvPr/>
              </p14:nvContentPartPr>
              <p14:xfrm>
                <a:off x="6970089" y="3332529"/>
                <a:ext cx="311040" cy="241200"/>
              </p14:xfrm>
            </p:contentPart>
          </mc:Choice>
          <mc:Fallback>
            <p:pic>
              <p:nvPicPr>
                <p:cNvPr id="129" name="墨迹 128">
                  <a:extLst>
                    <a:ext uri="{FF2B5EF4-FFF2-40B4-BE49-F238E27FC236}">
                      <a16:creationId xmlns:a16="http://schemas.microsoft.com/office/drawing/2014/main" id="{EBFD5987-846A-27E1-6EC3-853DD73A4CC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939129" y="3301929"/>
                  <a:ext cx="372600" cy="30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657202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Macintosh PowerPoint</Application>
  <DocSecurity>0</DocSecurity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Aptos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PadInk test fixture</dc:creator>
  <cp:lastModifiedBy>PadInk test fixture</cp:lastModifiedBy>
  <cp:revision>2</cp:revision>
  <dcterms:created xsi:type="dcterms:W3CDTF">2026-10-04T08:32:16Z</dcterms:created>
  <dcterms:modified xsi:type="dcterms:W3CDTF">2026-10-04T09:21:10Z</dcterms:modified>
</cp:coreProperties>
</file>