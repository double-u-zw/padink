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8"/>
  </p:normalViewPr>
  <p:slideViewPr>
    <p:cSldViewPr snapToGrid="0">
      <p:cViewPr varScale="1">
        <p:scale>
          <a:sx n="109" d="100"/>
          <a:sy n="109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04.5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70 7533,'-7'-11'3867,"0"1"-2877,3 6-540,3 3-91,-1 12-269,3 18-405,2 20 1,0 8-406,3 38-45,-1-22 1,1-5-225,-2-13 89,0-46-989,-5-81 1529,-1 15 1,0-3 359,1 5 0,0 1 359,-1-5 1,1 6 1349,3 9-90,-1 9 540,5 35-1709,2 3 90,5 4-810,11-2-450,4 1 180,8 3 1,8 14 269,-12 7 540,-3 11 1439,-35 39-900,-19-17-449,4-18 0,-5-2 0,-26 13-3599,0-28 3239,25-35 0,10-20 0,26-23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06.7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143 96 7533,'4'-26'1349,"-1"9"630,4-13-990,-1 19-719,2-1-180,-1 22-180,-3 17-180,-9 31 90,-10 10 0,-3 4 135,4-19 0,0-1 45,-10 25 0,10-29-179,15-48 89,20-42-90,20-46 225,-9 38 0,3 4-135,13-9 360,5 8 899,-30 72-539,-17 13-1,-15 38-629,-12-9 0,-7 5-315,4-9 1,-4 1-856,-9 25 1,-4-3-900,6-31 0,1-8 2069,-7 7 0,6-48 0,30-33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07.2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 7533,'17'-5'6026,"11"2"-4856,-2 11-451,22 3-1798,33 8-270,-1-4-91,7-2 1,-34-7-1709,-28 3 3148,-26 0 0,-24 9 0,-6-2 0,-9 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08.5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66 118 7533,'-29'15'3328,"6"-4"-2609,10-12-89,13-2-450,17 21-180,-2 20-180,4 38-180,-14-16 0,-3-1-809,2 14-270,-3 0-1260,-1-134 2699,0-6 0,-1 8 0,0-3 270,-1 9 0,0 5 1439,-3-6-90,-1 8 180,6 42-1169,15 5-360,15-12-720,58-25 90,-17 10-135,-16 16 1,-4 10 314,-9 25 450,-9 34-180,-38 5 89,-9-12 1,-5 2-359,-19 25-181,-2-26 0,-5-8-180,-7-19 360,-11-30 0,38-36-179,17-27 179,16 19-180,36-14-90,-2 35-629,24-3 359,-19 14 720,-4 2 0,-23 7 0,-32 2 0,-21 4 0,-12-3 270,9-2 2249,13-8-1350,10 5-899,8-2 180,16 15-181,-2 19-988,5 23-810,-9 53 269,-3-33 361,-1 8 899,-1-88 0,-1-8 0,0-27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09.0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0 196 7533,'0'-76'2788,"2"18"-989,9 13-1709,4 29-2339,24 36 1530,-12 12 719,7 24 0,-18-18 0,-6-6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09.4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36 7533,'-13'1'2428,"10"-3"-2158,13-6-1619,24-3-450,3 1 1799,-3 5 0,-12 5 0,-11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09.9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34 305 7533,'-24'51'2428,"15"-16"-2428,23-44-2158,38-72 2158,-28 35 0,-1-3 0,5-9 0,-1 0 0,5-31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1.3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54 142 7533,'1'-43'4767,"7"-1"-3598,0 14-809,9 6-1259,11 31-2429,-6 10 359,7 16 2969,-18 23 0,-17-8 0,-36 42 900,-1-34 1169,-15 10-810,29-37 180,39-31-1349,16-20-765,13-11 1,2-3 44,14-15 270,5-5 180,-40 37 900,-22 25-360,-6 7 89,-8 13 361,1 15-540,6-5-90,0 18-360,10 33-90,5-8 225,-2-22 0,1 1-675,-1-4 1,-1-4-450,-2 9-1170,-19-26 1799,0-56 540,-10-26-90,8 6 3059,-1 11-1350,8 16-270,0 13-540,16 9-449,12-2-270,13-6-989,28-14 539,-12 4-180,15-2 0,-32 30 91,-14 14-1,-26 32 315,-12-7 0,-7 3 315,-20 26-135,15-30 0,1-6 1484,-2-15-989,27-29-540,22-20-90,48-20 0,-9 13-90,22 1 90,-14 16 0,-22 4-180,-3 2-1619,-34 9 1889,-8 1 0,-5 6 0,0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1.7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13 8792,'3'-13'0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2.1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68 125 7533,'-25'1'1439,"6"-13"-1439,0-21 0,14-2 0,9-11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2.8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287 219 7533,'-10'-21'5217,"0"-2"-4768,-9-14-449,-1-2-269,-6-8-1530,-16 8 1619,13 27 270,-8 26 0,20 35 359,12 11 1,3 8 45,4-10 0,2 2-450,3 24 0,3 6-135,1-19 0,3 3 0,-2-3 0,1 15 0,-2 3-180,-4 4 0,-2 9 0,-5-12 225,-5-16 0,-6-8-360,-1 22 1,-9-32-3104,-27-107 3508,20-33 0,10 14 0,4-3 0,9 15 0,1-1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3.4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401 102 7533,'5'-16'4857,"-5"0"-3598,-9 4-179,-22-8-721,1 3 91,-17-4 90,-9 38-270,13 30 44,13 19 1,9 16-165,14-15 0,6 3 0,2 2-120,0 4 0,2 2 0,3-1-265,4 2 1,2 1 0,3-1-66,4 2 0,2 0 0,-2-5-97,1 4 1,-2-2-54,6 14 0,-9-2 0,-21-16 1,-10-8-91,-20 25-584,3-32 0,-7-17 1124,-39-59 0,26-18 0,27-9 0,1 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3.9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83 43 7533,'-35'-7'-810,"17"4"810,-8-7 0,23 6 0,3-5 0,3-1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4.6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329 154 7533,'0'-13'3688,"0"-2"-2969,1-5 900,-1-11-1979,-4 2-179,-23-5-181,-5 22 990,-21 23 404,21 31 1,5 15-540,8-5 0,3 4 0,-4 27 0,7 6-720,16 10 1,6-1-1,-3-20 0,1 2 285,1-13 0,2 3 1,-3-2-186,1 13 1,-5 0 349,-12 20 0,-5-5 45,4-31 0,-4-6-180,-9 12 0,-3-29 270,-6-94 0,17 7 0,13-9 0,-1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5.3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396 178 7533,'-12'-31'5666,"-3"-8"-5036,3 6-90,-8-8-1710,6 23 811,-6 3 898,-10 61-179,8 13-90,7-4 0,1 9 89,7 5 1,3 7 0,1-2-315,1 16 0,2 1-45,0-9 0,2 3 0,1 0-450,2-7 0,1-2 1,-1-4 44,1 6 0,-1-1-45,-1 14 1,-9-4-91,-12-30 1,-6-9 718,-18 3-1438,-22-46 1259,37-50 0,7-16 0,-8-32 0,17 27 0,-1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6.0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455 89 7533,'-16'-11'6926,"2"0"-6836,-4-4-630,-1-7 270,4 8 180,-7-2 1349,-9 33-629,4 21 180,-12 42-675,22 7 0,5 7-91,4-20 1,2 1-195,3-7 0,1 4 1,5-2-76,10 20 0,4-6-45,-5-19 0,0-2 225,4 14 0,-4 3 0,-13-1 0,-7-3 0,-1-18 0,-5-1 135,-5 16 0,-11-8-2698,-52-15 899,25-69 1709,22-23 0,10-13 0,16 3 0,7-3 0,5-10 0,-1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6.7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374 155 7533,'1'-19'6116,"-8"-10"-5756,-2 5-90,-7-6-630,-14-3 360,6 19 630,-16 8 899,-3 81-900,12 11-314,11-15 0,5 9-315,10-13 0,3 4 0,3-3-45,1 12 0,5 2-405,2 4 0,4 7 1,-1-9-46,1-13 0,-1-3 270,4 19 1,-4-4 314,-17 15-225,-15-36 0,-8-3-225,-22 13-2518,-25-25 2878,42-83 0,14-34 0,22-21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7.4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282 206 7533,'9'-37'5936,"-2"5"-3327,-9 1-2609,-5 5-540,-5-11-269,-21 8 179,3 15 450,-13 26 944,22 35 1,8 15-495,2 0 0,3 7-180,2 1 0,2 6 0,4 4-90,5 17 0,4 3 0,0-5-210,-1-21 0,0-4 0,1 2-305,2 14 1,2 3 0,-3-5-341,-2 10 1,-4-9 494,-7-25 1,-3-3 314,-4 14 0,-10-21 45,-48-74 0,28-3 0,13-19 0,-1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8.2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113 477 7533,'8'11'2698,"2"-2"-1888,9-18-540,15-51-450,0-17-45,-13-2 0,-6-3-675,-10-10 541,-21-6 628,-48 112 451,13 19 180,-14 36-91,43 28-809,26-18-135,6-27 0,9-1-180,18 1 1,6-4-136,17 28 405,-21-28 0,-8 4 584,-29 9 1,-12 2-90,-4-14 0,-6 0 44,-12 21 1,-10-10-630,-7-26 0,1-23-494,-1-51 314,30-17 0,16-14-675,19-3 1,14-6 0,4 2 907,-1 8 0,4 4 1,0 2-1,15-24 0,1 11 1,-12 37-1,-1 0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126 495 7533,'-5'13'4317,"3"-6"-3777,-3-7-630,21-72-720,-1-3 585,-1 11 1,-2-3-91,-7 6 0,-6 6 405,-12-11 0,-19 11 540,-23 87-91,18 7 91,-1 36-360,39-22 0,10 0-180,16 29-135,-3-29 0,5 1-405,10 0 0,-1 0 315,-13-8 0,-4 2 270,7 18 0,-10 4 899,-29 11 1,-11-2-406,9-27 1,-6-3-90,-22 18 0,-4-25-1170,4-63 720,20-33 0,12-19-2399,17 3 0,11-7 1,1 1 2308,-2 5 0,0 0 0,3 2 0,4 3 0,1 2 0,0 9 0,22-25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9.8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133 434 7533,'12'1'4047,"-4"-1"-3147,3-1-270,-2-21-451,1-46-358,-4-15-226,-1 27 0,-5 1-944,-25-33 1529,3 42 89,-22 30 991,-1 81-361,14-1-269,14 0 0,8 2-630,22 10-45,1-28 0,9-2-225,22-4 0,5-3-540,22 28 450,-27-21 1,-8 4 719,-15 47 89,-41-13 1,-14 2 539,9-26 1,-6-3-46,-19 25 1,-1-33-2294,-4-112 134,47 5 1,13-10 14,2-9 1,5-7 0,6 2 1055,3 9 1,5 3 0,0 3-1,8-21 1,0 7 0,-7 24 0,0 0-1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20.3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181 209 7533,'-7'-49'2788,"-1"4"-1079,-14 1-719,9 14 89,1-3-539,10 26 89,-1 29-629,-7 42-540,1-1 1,-2 14-1,0-1 90,2-10 0,1-1 1,-1 3-91,-3 22 0,0 4 1,1-15-2339,-1 16 2878,13-90 0,7-74 0,4-25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21.1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31 7533,'11'-24'5217,"-3"17"-3958,-10 25 450,2 36-1529,4-3-90,8 35-360,2 1 0,2 6 180,-4-27 0,0 0-540,1 31 1,6-24-810,6-65 989,-4-71 135,-8 1 0,1-10 90,3-25 1,-1 1 359,-4 34 0,0 4 89,1-9 1,3 13 1394,3 36-989,-5 27 0,4 20-136,-6 17 1,-1 9-450,0 0 0,0 4-405,4 30 0,1 3 0,-1-15 1,0-9-3959,3 0 4318,-1-46 0,-21-67 0,-4-1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22.1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94 139 7533,'4'-54'4047,"-2"4"-2158,-4 34-989,0 2-361,-2 9 361,0 9-270,-3 19-1620,-7 57 135,1 5 1,-1 9 359,2-4 1,1-1-1305,0 11 0,5-19 450,12-52 359,14-98 990,-8 7 0,-1-13 0,-2 4-405,1-2 1,-2 1 988,2-10 1,-4 12 1574,-8 34 1708,-2 38-2697,1 5-271,6 11-89,16 30-540,3 14-270,-5-8 0,1 8-540,3 28 0,1-1 225,-8-35 1,1-5-46,5 12 0,-1-26-450,-1-88 1,-2-35 494,-2 23 0,0-3 135,-1-4 0,0-5 1,2 6 403,4 6 1,1 10 225,6-2 899,2 44 1260,-7 88-1800,-4 8-449,-5-19 0,1 7-495,4 20 0,1-4-1169,-5-33 0,1-6 1304,18 29 0,-25-92 0,-8-43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22.7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146 130 7533,'-1'-54'2698,"0"22"1,3-5-2070,1 30-89,3 18 0,-14 56-900,-9 22-315,1-12 1,-2 9 44,2-12 0,-2 4 1,3-6-271,-1 1 1,2-7-181,3-1 1,6-27 1079,15-78 0,11-44 0,-5-2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23.5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1 159 7533,'0'-31'4407,"1"7"-1888,1 18-1530,6 16-539,7 15-1,2 25 1,1 12-810,-3-4 1,-2 5 44,6 30 0,-1 2 135,-5-12 0,-2-8-719,7 8 89,4-64-629,0-91 0,-2-40 1169,-2 27 0,1-2 180,-2 5 0,1-5 0,1 8 630,4 7 0,-1 12 1349,5-3 180,-2 49-180,-10 74-990,-3 10-494,-4-15 0,2 9-316,0 3 1,2 8 0,0-5-450,3 10 1,0-2-601,-1-9 1,1 2-1,-1-12-209,4 3-810,-8-42 1979,-20-43 0,0 2 0,-7-7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24.2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8 205 7533,'-6'-33'4497,"4"8"-3238,7-19-989,7 27-809,12 22-901,9 69-1888,-8-19 1709,6 22 1619,-6-121 0,-8-3 0,-7-3 0,-2-1 4228,-2-9-2789,-3 29-450,-2 17-89,2 27-1080,-1 22-1799,0 14-495,-9 6 1,-4 2 1794,0 9 1,-3-15 0,-2-3-1,0-7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25.7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 58 7533,'-8'-1'6656,"4"5"-6116,0 17-271,7 47-809,0 3 1,0 6-271,0-9 1,1-2-1575,0 9 1,2-23 1213,-3-49 1170,1-66 0,-5-4 0,-1-4 180,-2-25 1619,-2 5-90,0 69-90,1 30-1079,6-5 90,11 0 1079,44-49-1799,-1 4-540,-14 9 0,3 4-989,27 14 1619,-28 30-180,-7 33 315,-37 4 0,-11 6-135,-12 31-135,4-28 0,-8-4-1214,-43 10 540,21-48 899,-4-34 359,50-64 91,16 19 90,39-12-900,-10 52 0,15 5 0,-22 17 180,-11 33 630,-24 11-495,-23 22 0,-9 7-45,2-18 0,-4-1 0,-14 23 0,-1-4 180,15-30 0,2-10 1439,-9-2-1529,34-37 90,32-31-540,12 4 0,6-1-450,28-19 225,-20 18 1,2-1-810,-7 4 0,-3 2 584,6-8 91,-16-10 719,-67 16 0,-6 0 0,-16-8 2698,9-3-269,18 10-810,8 4-810,24 16 1350,15 16-1889,0 19 90,5 29-630,-10 34 0,-3 15-225,0-5 1,-1 5-46,-1-7 0,1 5 1,-2-4-1,-1-17 0,0-4 0,-1-6 180,1-3 1,-2-11-990,-2-7 1349,-4-112 0,-2-5 0,1-19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26.1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0 7533,'-3'6'8095,"1"-2"-7825,20 1-2789,8-3-989,25 1 3508,2-1 0,-13 2 0,-6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26.7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47 262 7533,'-33'26'5217,"19"-12"-4228,17-16-809,62-27-450,-2 0-1034,-15 11 0,1-2-2384,23-13 3688,-32-5 0,-30-15 0,-25 13 0,-20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27.7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166 229 7533,'-43'-41'719,"0"-7"2429,3-14-2248,17 22 179,16 3-539,26 45-360,-1 25-360,8 39-60,-16-8 0,-3 13 0,0-1 210,-1-9 0,-1-2 1,0 3-691,2 21 0,-1 3 1,-1-12-496,-1-17 1,-2-16 315,-4-26-451,-8-83 1170,-4 9 1,-2 0 898,-9-16 900,-10 4 1170,15 73-2250,8 8-449,10 24 90,12 23 90,-1 0 225,-2 0 0,1 0-675,2 6-360,9 3-719,6-84-900,25-75 1709,-12 9 270,-14 20 0,-1 3 1620,3-6-811,-12 28 900,-3 9 720,-7 29-1439,-2 5-451,4 9 361,1 42-900,0 4-45,-3-14 0,0 2-1754,3 35 630,-3-45-1079,-2-47 2428,-5-48 0,-4-15 0,-3 10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28.3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71 7533,'-3'-34'3957,"3"14"-3057,-3 4 269,9 18-809,0 15-1439,8 75 494,-9-41 0,-1 3 90,2 33 1,-1 3-631,-3-16 1,2-10 1124,8 2 0,-4-42 0,3-74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28.8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11 146 7533,'-6'1'3778,"2"0"-2789,29-26-1169,-1 7-1169,24-20-1080,0 13 630,-21 8 1799,-4 3 0,-28 7 0,-7 4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29.5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60 7533,'-1'-25'1169,"1"4"270,2 7-899,3 14-540,3 21 180,3 58-180,-5-1-180,-1-19 0,-4 2 90,-6-1 0,-2-5-180,-1 13 0,-11-9 180,12-59-89,3-15 89,13 0 0,31-6 270,9-3-2159,33-25 1979,-28-6 0,-3-5 0,13-13 0,-25 15 0,-1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0.3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108 294 7533,'4'-44'3598,"-3"5"-1619,-2 7-1440,-1 10-629,2-3 180,1 22-450,-2 28 181,-6 32-226,-3 5 0,-2 3-495,-6 23-809,-4 2-1619,15-169 3328,5-6 0,3 8 0,-2-2 135,-3 23 0,-1 7 2204,-1-6-540,-5 19 0,6 48-1439,4 7-270,5 15 179,4 63-314,-5-43 0,1 5 135,1 30 0,2 4-945,3-3 1,6-13-495,13-17 1349,2-88 0,0-24 0,-12 2 0,-4-6 0,7-32 0,0-1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1.5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 0 7533,'3'30'5397,"-3"-7"-4138,-6 23-1349,0-15 90,3 2-2069,2 1 540,-7 47 1889,-2-11-91,1-17 1,0-5 270,4-20-270,13-39-540,20-45 135,0 12 0,2 1 225,13-10 0,9 5 720,-29 73-181,-12 15 271,-11 42-181,-10-14 1,-4 2-765,1-14 0,-1 1-585,-5 19 1,-6-3-2609,-24 11 1709,16-65-990,-5-58 1914,29-8 1,7-6 734,-4-35-130,5 22 3238,7 60-1439,7 18 270,37 29-1800,2-9 1,34 8-899,-7-13 224,-30-4 0,-2 0-494,11 5-181,-4 9 1,-44-47 269,-11-26 181,-8-40 629,-7-3 0,-3-5 0,5 22 0,1 0 0,-6-22 0,1 3 719,-6-12 630,15 37 360,-2 11-1169,10 36-540,2 17-90,3 24 90,2 27 0,-1 12-180,-1-4 0,-1 5-360,0 15 1,1 9-1,0-10-315,-2-18 1,1-7-46,0 16 1,-3-31 899,-5-89 0,-3-4 0,-7-24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2.0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22 7533,'1'-10'2069,"3"1"179,6 6-1438,11 11-3689,30 24 2340,-11-5-1440,8 5 1979,-32-25 0,-15-12 0,-8-4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2.5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21 7533,'-3'-7'5307,"-2"0"-4768,1 2-179,6 3-360,11 9-4767,28 19 2248,-5 2 2519,7 6 0,-20-10 0,-11-9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3.0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56 1 7533,'-24'22'2248,"7"-7"-2248,2-3 1350,34-20-1800,4-2-1529,27-8 1979,-13 9 0,-7 5 0,-9 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3.5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31 305 7533,'-16'35'2788,"8"-13"-2158,2 0-540,21-30-2609,35-60 2519,-24 20 0,0-3 0,2-3 0,-1 0 0,-9 4 0,1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4.0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1 102 7533,'6'-40'4677,"2"4"-2878,8 23-1169,6 5-1800,16 3-5396,17 17 6566,-17-3 0,4 11 0,-27-5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4.7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60 239 7533,'-29'47'2788,"14"-19"-1888,-1 0-271,58-61-449,6-5-900,-8 3 1,5-2-855,5 0 0,-1 3 404,12-9 1170,1 3 0,-74 34 0,-12 7-269,-24 3 1978,-6-1-720,20-7 270,2-6-539,35-7-630,6 7-180,8 5 540,-12 55-91,-16 19-359,-3-4 0,-5 10-660,-5-8 1,-3 5 0,2-8 299,1-3 0,1-5 360,-8 13 0,9-29 0,21-59 0,8-29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5.3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12 7533,'30'-11'0,"-4"11"0,12 9 7016,16 13-6657,-11-9-2787,13 0-1,-28-10-1439,-19-2 3868,-24 3 0,-7 3 0,-12 5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6.0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146 1 7533,'-30'8'2698,"11"-2"-1349,13-9-989,16 1-90,13 10-270,4 80-135,-17-40 0,-3 5 0,3 29 0,-4 4-315,-4-10 1,-3-7-451,-5 9-899,-5-49 1799,0-72 0,0-26 0,1 20 0,0-1 0,-3-24 0,-2 3-1529,-13-7 2519,10 35 179,1 19-90,13 32-539,3 15-360,1 10 90,-8 57-540,1-11 180,0-24 0,1-3 90,4-9 0,5-28 0,7-39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6.8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1 105 7533,'11'8'4317,"-2"1"-3597,3 3-630,7 20-1080,-4-1-179,4 15-1170,-9-15 810,-5-32 1529,0-27-719,-1-59 719,1 21 1529,1-3 1349,2 47-1709,1 22-719,5 9 270,8 28-360,-4 1-270,6 24-1350,-6 10 631,-10-26-990,0-1-1889,-20-71 3508,4 6 0,-10-25 0,7 22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7.5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60 150 7533,'-16'3'3328,"-5"7"-2609,7-3-269,5 3 180,47-36-1170,-3-1 180,28-22 0,-9 10 900,-13 17-90,-7 6 180,-17 18 89,-9 27-899,-5 10-180,1 31 135,-8-11 1,-3 3-496,-6 34 405,2-33 0,-6-6-1034,-25-5 360,10-59 989,7-57 0,8-18 0,7 32 0,3-1 0,-1-40 0,1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8.1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78 70 7533,'15'-39'3058,"-3"9"-1169,-7 44-1709,-2 10-180,1 27-135,-5 9 0,-3 8-315,-1 0 0,-3 6 120,-4 20 1,-2 12-1,1-10 195,0-12 0,0-5 0,-4 17 0,3-21 135,12-60 0,10-48 0,2-6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8.8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314 183 7533,'-6'5'7106,"1"-11"-7016,-3-31-90,-3-8-180,-10-17 450,-25 24 359,7 41 90,9 38 1,5 17-270,12 4 0,6 7-151,2 0 1,3 6 0,4 3-510,5 18 0,6 4 1,0-4-211,-2-22 0,0-4 0,1 2 180,4 16 0,0 3 1,-1-11-166,-1-15 0,-4-2-360,-5 19 1,-7-1 674,-2-24 0,-8-5-1034,-16 9 0,-6-24 44,-20-80 1080,-7-24 0,42 4 0,7-5 0,-2-22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9.2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75 112 7533,'-30'-48'-1260,"13"18"1530,-6 2-270,18 23 0,7 8 0,2 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9.6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12 7263,'-5'-6'0,"1"1"0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0.3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263 145 7533,'-1'-11'4407,"-5"-14"-4047,-2 3 180,-7-12 899,-12 3-899,2 14-3239,-9 12 1350,4 69 1978,13-4 136,11 31 0,6 15-286,6-37 1,4 2 0,-1 1-420,0 8 0,1 2 0,0-1-430,2-3 0,0-1 0,-1-3-125,1 17 1,-4-8 135,-6-25 0,-6-3 44,-11 17 1,-10-8-856,-21-13 810,-19-15 360,32-124 0,17 17 0,16 5 0,-1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1.0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271 235 7533,'3'-51'4407,"-15"-15"-3867,-7 25 0,-12-7-900,4 25-360,-13 17 1260,11 22 179,-7 24 46,23 18 0,7 9-316,1-7 1,3 5-91,8 23 1,4 12 0,1-7-360,3 1 0,2-3-90,-1-11 0,2 2 1,-1-7-271,-1-7 0,-4-4-270,-6 7 1,-5-3-451,-10 28-224,-9-33 0,-7-11-855,-14-26 2159,-9-32 0,22-45 0,8-19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1.7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219 165 7533,'1'-16'3957,"-6"-7"-3147,-3-1-270,-16-20-360,2 17-1,-10-4-448,-8 35 538,12 23 541,-7 35-316,23 14 1,9 10-180,3-13 0,3 1-195,1-5 0,1 3 0,3-4-165,7 6 0,4-3-585,9 9 1,0-4 314,-10-23 0,-2-1 0,5 6 0,-6 2-45,-20-3 1,-8-3-451,-14 20 810,-40-42 0,32-54 0,-8-66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2.4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230 247 7533,'5'-41'4947,"-1"9"-3778,-5-15-629,-12 1-810,-1 13-809,-11-3 179,-11 24 540,7 24 1080,-12 24 89,22 19 1,7 9-405,2-11 0,3 1-136,-2 23 1,6 4 90,15 4 0,6-3-360,-4-17 0,1-1-225,10 18 0,2-1-315,-4-15 1,-3-5-91,4 30 585,-11-40 0,-7 0-315,-32 44-629,-2-35-810,-22 5 1799,4-97 0,13 3 0,0-40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3.1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218 149 7533,'-5'-26'4137,"-7"-10"-3057,-10 8-990,-4-3-90,0 11-270,-1 12 720,-1 38-1,4 12 721,2 41-226,19-5 1,6 5-676,2-16 1,3 1-330,2 0 0,1 5 0,3-4-480,8 11 1,2-5-91,-4-11 1,-2-1-46,-2 10 0,-5-5 496,-14 3 179,-17 13-540,-15-47 540,-20-45 0,23-7 0,-8-33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3.8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188 181 7533,'-1'-24'3778,"-2"-1"-2339,-11-19-1079,-1 10 89,-8-6-629,-13 27 270,7 25-180,-8 26 405,22 13 0,7 8 224,3-7 1,3 3-90,4 21 0,6 6-211,5-15 1,4 3 0,0-4-420,5 10 1,0-1 44,7 18 0,-2-3-630,-11-28 1,-4-6 404,-3 22 180,-13-27 0,-8-2-1799,-34 17 1979,-9-37 0,10-23 0,14-47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4.5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186 185 7533,'10'-48'5127,"-6"10"-4408,-11 0-809,-10 9 90,0 12-359,-10 3-181,-14 50 1170,9 10 179,-11 43 90,32-18 1,7 2-540,4-15 0,4 1-315,5 18 0,5 0-810,12-6 0,3-6 405,-8-17 1,-1-1-136,4 9 0,-3 2 180,-12-2 1,-7-1 764,-7 25-405,-2-27 0,-6-3-1755,-28 11 1710,7-44 0,-1-11 0,17-38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5.2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225 234 7533,'-1'-39'2968,"-1"2"-809,-7-14-1799,-2 12-91,-5-6 1,-14 22-450,2 27 270,-13 24 450,18 17 0,5 7 269,-7 36-404,11-26 0,7 5 269,20 11 1,9 0-405,-5-16 0,3 0 44,13 21 1,3 2-1035,-4-7 1,-3-3-271,-10-18 1,-3 0-46,0 12 1,-9 1 1529,-23-2 0,-8-4-1035,-17 20-270,10-29 1,-1-22 809,-3-71 0,22-10 0,13-6 0,-1 1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199 341 7533,'5'-53'4227,"-1"15"-2248,-3-12-180,-8 2-1979,-2 5 0,-10-11-1529,-10 16 1350,6 22 448,-19 78 91,18 22-180,8-11 0,3 10 749,9-15 1,4 4 0,2-3-345,2 9 0,4-1-271,4 24 1,5-6-90,0-39 0,2-5-1259,0 8 0,0-2 224,2 29 945,-11-34 0,-5 1 135,-14 0 0,-6-2-90,-10 18-1709,-22 4 1709,13-64 0,8-19 0,7-20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6.7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296 247 7533,'-14'-57'3867,"2"5"-1528,0 1-2069,2 16-90,-7-4-90,-14 26-270,4 23 630,-21 37 719,17 27-809,14-24 0,3 3-1,3 5 1,6 6-150,6 0 0,5 6 0,2-3-525,2 11 0,4 0-135,4 0 0,3 4 1,-1-5-226,2-1 1,-1-4 494,-1-2 0,-4-1-45,-8-10 0,-7-3-270,-12-2 1,-8-4-1485,-27 20-270,-14-18 2249,9-72 0,22-15 0,12-22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7.4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278 231 7533,'9'-52'5037,"-4"5"-2699,-16 12-1798,1 9-270,-5-3-990,-7 9 91,2 8 179,-8 2 540,-4 57 1169,9 13-584,9-7 0,3 9 44,7 31 1,7 4-585,1-19 0,4 0-345,-2-10 0,2 4 0,3-2-735,11 26 1,1-7 539,-7-25 0,-2-1 180,5 9 1,-6 0 493,-13-15 1,-6-3-180,-16 26-450,5-31 1,-7-6-4139,-40-8 4498,18-53 0,-3-12 0,28-32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8.1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326 183 7533,'-13'-22'3508,"2"-2"-1979,-8-13-1079,6 7-271,-2-3-538,-11 9 269,1 12 0,-14 15 719,-17 72 1,15 9-136,14-16 1,5 8 180,13 23 0,10 1-765,2-21 0,5 2-300,6 9 0,4 8 0,1-9-150,1-13 1,1-3 134,7 21 1,-4-4 269,-12-39 0,-4-2 404,-8 14 1,-6-1-90,-16 23-899,-21 4 719,-11-109 0,23-9 0,2-57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8.9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344 270 7533,'4'-39'3688,"-6"-7"-2429,-5 16-90,-8-8-269,-15-5-1170,2 13-180,-26-6 360,21 29 90,-12 22 1169,16 45-629,15-3 0,4 7-405,1 6 0,5 4-45,5 16 0,6 6-210,6-17 0,5 3 0,-1-4-330,5 12 0,0-3 120,-2-17 0,1 0 1,-4-3-76,-1 6 0,-5-6 405,-8 24 225,-7-38 0,-9-1-900,-19-5 1,-6-7-1215,-18 6 1889,-14-31 0,42-43 0,13-35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9.6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302 179 7533,'-6'8'4947,"0"-6"-4317,3-10-451,1-12 361,-2-28-900,-4 9 1,-9-11 179,-24 27 180,5 30 0,-13 24 539,32 20 1,9 9-180,5-6 0,5 2-271,4 24 1,5 5-90,3-18 0,3 2 0,-1-4-315,1 11 1,-1-1 44,3 18 0,-7 0 315,-15-14 0,-8-5-135,0-21 0,-4-2 90,-6 14 0,-9-13 0,-32-41 0,25-22 0,-5-45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0.3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258 168 7533,'0'-22'4407,"-5"-12"-3867,-1 10-540,-6-10-180,-10 5-180,1 14 270,-10 6 900,-5 63-181,14 10-404,8-8 0,5 9 15,10-1 0,5 6 0,0-4-375,2 11 0,2 1 45,1-11 0,1 3 0,0-2-540,5 22 1,-2-6 224,-5-19 0,-4-1 0,-1 16 1,-9-1-226,-11-19 0,-7-12-899,-16-7 1529,-21-92 0,30-17 0,13 5 0,1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1.0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157 283 7533,'9'-37'1979,"0"-17"-540,-2 11-360,-1-8-719,-4 23-450,-6-4-450,-5 13 180,-8 1 900,-20 35-90,7 18 90,-9 31 44,25-4 1,6 4-405,3-11 0,4 3-300,6 7 0,3 6 0,2-6-60,2-4 0,1-4-45,9 18 0,-1-3 135,-1 14 135,-14-25 0,-5 0-45,-8 27 45,1-33 0,-7-4-2833,-26 1 989,11-51 1799,-4-32 0,19-31 0,7-9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1.7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201 200 7533,'0'-55'4047,"1"-10"-2877,-1 36-721,1-5-89,-8 22-180,-2 8-450,-11 9-179,-19 43 898,9 6-359,8-11 0,4 7 450,6 17 0,7 2-406,4-13 1,4 1-90,2 18 0,5 3-450,9 4 1,4-2 89,-7-20 0,0 0 225,3 16 0,-5 2 225,-10-4 0,-7-3-180,-3-19 0,-2-2 45,-4 12 0,-6-7-3598,-30-13 3598,17-62 0,-2-15 0,24-39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2.4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329 80 7533,'2'-11'4047,"-8"-5"-2158,-3 5-1259,-6-5 0,-8 1-271,4 7-539,-9 6-269,-7 52 988,11 5-224,8-7 0,5 8 224,13 24 1,8 3-450,-1-15 0,3 2-225,8 23 1,2 3-316,-2-6 0,-1-5 270,-7-20 0,-4-2 45,-1 14 0,-11-1-495,-18-16 1,-9-11-2069,-25-7 2698,10-70 0,2-19 0,1-33 0,23-3 0,0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3.1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238 188 7533,'0'-27'5307,"-1"3"-4408,-1-2-1259,-8-12 450,-1 8-90,-10-6-809,-16 29 1169,7 27 89,-10 46 136,31-10 0,6 5-406,4 2 1,4 1 180,4 9 0,6 1-720,11 10 0,3-2 0,-9-22 1,0-1 134,5 12 0,-4 2-45,-14-11 0,-7-2 990,-10 27-720,0-31 0,-9-10-5037,-52-22 5037,19-58 0,-10-19 0,35-29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3.8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228 145 7533,'6'-5'3688,"-3"-2"-1889,-17-19-1530,-1 2-898,-21-19 629,14 21-450,-18 5 630,18 31 270,-6 21 179,19 13 1,7 8-315,3-7 0,4 3-136,2 19 1,6 5-180,14 6 0,5-3-315,-8-20 1,1-2 89,7 10 0,-4 0-45,-13-14 0,-7-3 180,-11 29-45,-6-26 1,-9-4-3015,-58 12-179,21-78 3328,-11-6 0,40-71 0,13 29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4.6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225 150 7533,'-2'-19'4947,"-9"-13"-4407,-2 6-271,-8-11-538,-10 12 179,6 14-180,-10 21 809,5 58-89,12 3-45,7-15 0,6 6-1,17 17 1,7 0-450,-4-19 0,2 1-135,11 18 1,3-1-451,-3-20 0,-3-5 91,4 24 539,-4 12-540,-52 3-899,-3-29-270,-28 8 1709,-4-96 0,26 4 0,-3-46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5.3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211 67 7533,'1'-6'5127,"0"-2"-5037,-2 2 90,-4-4-630,-12-8 360,-4 8 360,-13 2 1079,-9 56-360,15 6-629,10-7 0,7 7-135,16 13 0,9-1-405,-3-13 0,3-2 90,8 14 0,5 0-900,0-9 1,-1-2 539,7 29 405,-15-32 1,-6 4 133,-22 9 1,-8-3-449,-14 24-226,5-27 0,-6-20-4272,-21-81 4857,23 9 0,13-15 0,5-3 0,6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6.0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166 175 7533,'5'-14'4587,"-2"-3"-4137,-8-23-900,-4 7 180,-9-14 630,-22 23 0,8 26 90,-9 18 449,18 67-539,18-5-270,7-21 0,6 4-135,14 14 0,4-2-270,-5-16 0,2-1 0,8 23 1,-3 0 224,-13-25 0,-4-2 269,-4-3 1,-5-2-45,-6 2 0,-7-3-990,-10-1 1,-6-10-2564,-14-18 3418,-8-62 0,27-38 0,16 21 0,-1 1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6.7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195 70 7533,'0'-6'4767,"0"-3"-4317,-1 1-90,-3-2-720,-12-5 90,-1 5 90,-12-2 1169,-10 39 1,12 16-1,-3 38-584,32-12 0,8 3-405,0-16 0,3 0-225,8 18 0,5 0-180,4-7 1,0-3 179,-10-16 0,-3 0 90,6 9 0,-9 2 180,-20-6 0,-10-3-855,-15 18-1258,-29 2 2068,-2-103 0,26 1 0,-1-53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7.4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187 142 7533,'1'-24'3867,"0"1"-2427,-7-8-991,-1 8-539,-16-7 270,5 19-719,-11 13 719,7 26 1079,-4 63-540,13 0-494,6-24 0,6 5-270,12 14 0,5 0-90,-3-20 0,2-1-180,7 18 1,0 1 134,-7-7 0,-5-3 90,-6-18 0,-6-1-45,-1 15 0,-10-7-1574,-45-7-1169,17-72 359,-1-73 2519,36 26 0,9-3 0,-1 1 0,4 3 0,1 12 0,0 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8.1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209 130 7533,'-3'-25'5666,"-4"-5"-4316,-5 10-1080,-1-1-91,-2 4-1258,-7 6 899,3 5 360,-7 14 899,4 62-359,10 12-405,6-15 0,3 7-46,11 21 1,4 0-225,-3-23 0,1-1-270,7 19 1,0 1-406,-3-12 0,-2-4 360,-3-17 1,-3-1 44,0 17 0,-6 1-450,-12-5 1,-6-6-1395,-11 11 360,-18-13 1709,18-122 0,9-5 0,13 12 0,1 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8.8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148 231 7533,'0'-36'3418,"-7"-19"-2789,0 21-809,-8-17 990,-8 15-630,3 17 270,-14 37-1,15 23-44,7 12 0,4 6-90,5-9 0,3 2-91,3 17 1,4 6-315,3-10 0,3 3 0,0-3 0,2 13 1,1 1-181,-2-12 0,0 5 0,-2-2 0,-3 30 0,-6-5 405,-3-22 0,-4-1-45,-3 18 0,-4-2-135,-5-27 0,-1-9-944,-4 8 989,-2-57 0,16-35 0,0-38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9.6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238 110 7533,'-7'-30'5756,"-6"-1"-5576,2 17 0,-5-2 0,1 4-899,-12 6 898,3 18 271,-8 19 224,17 15 1,5 7 225,-2 42-765,8-25 0,7 6-90,10 15 0,5-2-495,-4-22 0,1 0 90,6 27 1,-2-1 44,-11-23 0,-4-4 225,-4-5 0,-5-1-225,-10 16 0,-8-7-494,-23 3-271,-2-30-1348,20-91 2428,26-25 0,9-9 0,-5 23 0,3-1 0,5-20 0,0-1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3:00.3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222 149 7533,'-10'-30'6116,"0"0"-3957,-14 0-2519,8 8 0,-1-3-1259,1 14 810,1 11 989,-10 17 2428,-12 65-1528,12 1-541,9-21 1,5 4-360,14 1 0,6-1-810,0-14 0,3-1 0,7 13 1,3 1-91,0 9 1,-1-2 539,-8-18 0,-2 0 585,2 17 0,-7 1-46,-16-12 1,-6-4-1529,-10 23-90,-17 3-3419,17-93 4678,18-30 0,8-34 0,13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3:01.0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218 143 7533,'-2'-32'2518,"-2"2"-1079,-5-4-629,2 13-90,-2 1 269,2 14-629,1 13-360,-1 6 539,-2 29-179,3 0 0,-2 22-90,5-10 0,1 4-1,1-6 1,0 2 45,2 24 0,2 6 90,9 14 0,2-2-585,-2-23 0,1-2-180,5 16 0,-1 0-360,-7-15 1,-5-4 269,-5-15 1,-3 0 89,-2 14 0,-9-2-855,-14-15 1,-7-12-1394,-18-21 2608,-6-11 0,28-70 0,17 9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3:01.7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238 150 7533,'0'-21'4407,"-1"1"-3597,-6-10-900,-2 6 90,-7-8-180,-4 15 810,-11 12 179,1 19 630,-9 63-989,21 8-495,8-20 0,5 7 90,13 22 0,6 0-270,-4-19 0,1-1 45,7 21 0,0 2-45,-7-12 1,-4-5 179,-5-23 0,-4-2-45,-1 11 0,-8-6-2789,-34 5 1081,12-38 1798,-4-15 0,23-31 0,9-7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3:02.4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233 189 7533,'14'-52'4137,"-4"1"-3147,-13 31-630,-3-2 539,-11 5-1439,0 4 450,-9-1 810,-10 26 359,7 20-359,-9 34-315,24 8 0,7 8-450,5-13 0,3 1-405,2 27 0,7 3-585,11-7 1,3-5 629,-8-23 1,-2-2 269,7 13 0,-8 2 135,-20-3 0,-8-4-135,4-20 0,-4-2-450,-8 18 1,-5-23 584,-13-66 0,17-8 0,4-57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3:03.2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266 206 7533,'1'-56'2158,"1"18"-628,0-2-1,-2 23-810,-14-6-629,-1 8 0,-12-2-90,-9 24 540,7 21 89,6 18 1,3 8-180,2 40-315,10-21 0,5 2-225,8-17 0,4 1-360,10 33 0,2 2 180,-5-21 1,0 0 44,4 19 0,-5 2 0,-13-8 0,-8-5 270,-1-24 0,-5-2-450,-3 12 1,-10-14-3194,-32-40 3598,24-18 0,-5-48 0,30 8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3:03.9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289 186 7533,'-3'-52'3148,"0"10"180,-6 5-2968,-1 18 269,-7-5-1708,-9 14 539,5 9 360,-7 12 720,0 48 450,8 9-766,7-16 1,2 7-135,8 21 0,4 0-180,3-21 0,2 1 135,3 18 0,3 2-270,3-5 1,-1-2 134,-4-15 0,-4 2 209,-5 6 1,-5 6 0,-2-6 60,-2-9 0,-4-3-135,-7 12 0,-2-9-944,-6-18-4948,0-59 5847,8-31 0,0-17 0,6 2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3:04.6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316 149 7533,'2'-13'2788,"-1"3"-1798,-1-4-181,-4-10-989,-2 3 180,-5-10 450,-12 7-90,2 12 179,-10 25 901,1 75-901,12 4-269,7-21 0,5 7-90,8-12 0,5 3 0,0-2-1,1 13 1,1 0-120,1-9 0,2 3 0,-1-2-195,1 20 1,-2-8 268,-4-24 1,-3-3-135,-1 9 0,-9-3-585,-12-15 1,-7-6-1665,-19 10-629,-21-3 2878,23-71 0,13-7 0,10-26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5839BC-84B1-46ED-CD10-20C8D6A44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F3A9AF-5B1D-FADC-737D-62834D4B6D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5B3833-543D-8D7A-688D-A4CF95DB2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F9D47-93BC-DE43-A7E0-D1B8C20CC8E8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0A9305-B59E-54F8-F397-92039FD2D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A7391E-771D-2AF1-913E-E81F4741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5456-0BDA-DF49-AF51-8851282AB9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4960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71B620-7459-7157-80F2-3BFC90888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ABD6E8-6D4C-026E-019C-7E48C24DD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1E75F8-ACAE-9CA8-6A5F-96C040D40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F9D47-93BC-DE43-A7E0-D1B8C20CC8E8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452978-6822-1734-1C98-45478229A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5067E3-2741-8BFD-2BD1-A956AF3E3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5456-0BDA-DF49-AF51-8851282AB9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0404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101E1D-3D1C-C666-F3DB-295ADB066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C6D526-E290-AC38-A637-2E6859D92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AB879A-221F-585E-971B-0E98EF0DD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F9D47-93BC-DE43-A7E0-D1B8C20CC8E8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84F4B2-AC10-D1EE-AE3F-F49A60BAC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E69C6B-985E-D379-6880-4EA87613F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5456-0BDA-DF49-AF51-8851282AB9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243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E26CE9-2A41-50EC-94F6-C0B494878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9B2819-64F1-0F08-AC6F-D11CA1C1D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5109B4-3B4F-3B48-6B92-45C9E4A8C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B9C2DA-E14D-D366-72C4-8CFAD87F2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F9D47-93BC-DE43-A7E0-D1B8C20CC8E8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E551EA-9530-50B2-1027-08729BFEE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F85267-73BE-134E-72DA-21A34EE12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5456-0BDA-DF49-AF51-8851282AB9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0442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F7B06E-7292-1DF1-5714-C6EB31973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5DA2E9-83CA-396C-84C2-54B9574B9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0BB8DD-66D5-B507-BA7E-5ABF7A91E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AC93F9D-6F46-58F4-32A6-18991470CE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3D74EDA-D51D-6298-532D-32FC24C436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2E7EBBA-58B6-03EA-F2B5-E1356D87E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F9D47-93BC-DE43-A7E0-D1B8C20CC8E8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306313B-4DB9-ED44-FC52-3B9725A25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E71771F-55D1-A9ED-D90D-45E4A402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5456-0BDA-DF49-AF51-8851282AB9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16046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274802-939E-BCDE-4A58-F85DC50A8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247A2F-0450-79F3-0184-87DC9304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F9D47-93BC-DE43-A7E0-D1B8C20CC8E8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392F59-F081-A535-3F1C-98138AC97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BD6C69F-77FC-6574-0702-4E19A4CE5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5456-0BDA-DF49-AF51-8851282AB9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39813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54073C-6C83-CC22-F2A7-F6EFFD075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F9D47-93BC-DE43-A7E0-D1B8C20CC8E8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573AAD4-4D91-552C-0063-AD990A84D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882BA5-3673-13C8-565F-C81E72F7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5456-0BDA-DF49-AF51-8851282AB9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3408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051280-28EA-88A3-8268-12EEBC30A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C4A4C5-F102-B2C9-874A-8F767AFF7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7D7098-626E-D6DB-8D95-705410252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4E4A7E-30A3-A31B-F813-A54E4F1EC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F9D47-93BC-DE43-A7E0-D1B8C20CC8E8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2D0F87-EBC1-3803-8CBC-E91DF46F4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8BCBE3-4E52-1E7C-05F7-45D3C58DD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5456-0BDA-DF49-AF51-8851282AB9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0031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763D2D-C159-D13A-E8E5-5C4F31039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5DD165-8EE0-D898-4280-573D0D4943B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A1BEEA-3372-D4EA-435C-0499C82C1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9B421F-99A1-CABD-91E5-65AE7EE81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F9D47-93BC-DE43-A7E0-D1B8C20CC8E8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521619-8962-4A00-1EA5-B212C693F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92BECF-F5AD-EF87-503C-893BB32A3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5456-0BDA-DF49-AF51-8851282AB9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1303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E3EDA6-6651-2385-FCD8-5274FA4A3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FE5C5-91C1-3729-92CF-02B423A20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EEC010-F762-7CAD-957D-AB300F880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F9D47-93BC-DE43-A7E0-D1B8C20CC8E8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C0913B-C5C8-BCC2-4039-E1A85EFA4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D00C42-6DA2-C0AC-53B7-3006D6A66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5456-0BDA-DF49-AF51-8851282AB9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064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031E1DC-71C0-33BA-9E2C-88197D0C5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B69541-2B4E-C764-18D0-7751D5CBD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3915F8-EB99-1476-8296-D3257A3E0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F9D47-93BC-DE43-A7E0-D1B8C20CC8E8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B48427-B287-E2DD-7773-C6CDE3199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44C7F7-C4A2-05DF-4CF3-2B22AE8CE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5456-0BDA-DF49-AF51-8851282AB9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9186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53316EF-FC17-E030-3B52-6BF1E840C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3BB00B-42A0-C2D3-73AF-C93265224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9F10E4-4395-20D2-770F-6F2BA1B48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BF9D47-93BC-DE43-A7E0-D1B8C20CC8E8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B2FACD-9159-E8F1-8B15-D93302E882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E2A171-BE0A-D6D2-2E72-9D10D95C9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635456-0BDA-DF49-AF51-8851282AB9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0508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45" Type="http://schemas.openxmlformats.org/officeDocument/2006/relationships/image" Target="../media/image72.png"/><Relationship Id="rId161" Type="http://schemas.openxmlformats.org/officeDocument/2006/relationships/image" Target="../media/image80.png"/><Relationship Id="rId166" Type="http://schemas.openxmlformats.org/officeDocument/2006/relationships/customXml" Target="../ink/ink8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67.png"/><Relationship Id="rId151" Type="http://schemas.openxmlformats.org/officeDocument/2006/relationships/image" Target="../media/image75.png"/><Relationship Id="rId156" Type="http://schemas.openxmlformats.org/officeDocument/2006/relationships/customXml" Target="../ink/ink78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141" Type="http://schemas.openxmlformats.org/officeDocument/2006/relationships/image" Target="../media/image70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162" Type="http://schemas.openxmlformats.org/officeDocument/2006/relationships/customXml" Target="../ink/ink81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6E648557-BEE3-B461-B2F6-9E535D121976}"/>
                  </a:ext>
                </a:extLst>
              </p14:cNvPr>
              <p14:cNvContentPartPr/>
              <p14:nvPr/>
            </p14:nvContentPartPr>
            <p14:xfrm>
              <a:off x="4981089" y="3616569"/>
              <a:ext cx="88200" cy="17640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6E648557-BEE3-B461-B2F6-9E535D1219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65609" y="3601449"/>
                <a:ext cx="11880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5444DB42-6A13-F2BE-7E43-6E0B2C751146}"/>
                  </a:ext>
                </a:extLst>
              </p14:cNvPr>
              <p14:cNvContentPartPr/>
              <p14:nvPr/>
            </p14:nvContentPartPr>
            <p14:xfrm>
              <a:off x="5111049" y="3412809"/>
              <a:ext cx="122040" cy="31680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5444DB42-6A13-F2BE-7E43-6E0B2C75114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95569" y="3397689"/>
                <a:ext cx="15228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1DA1666B-2CEB-F61B-8851-818EE76CE90A}"/>
                  </a:ext>
                </a:extLst>
              </p14:cNvPr>
              <p14:cNvContentPartPr/>
              <p14:nvPr/>
            </p14:nvContentPartPr>
            <p14:xfrm>
              <a:off x="5159289" y="3556809"/>
              <a:ext cx="160560" cy="5256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1DA1666B-2CEB-F61B-8851-818EE76CE90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44169" y="3541329"/>
                <a:ext cx="19116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80E360E5-37C5-385A-1A17-E6DBE67542D4}"/>
                  </a:ext>
                </a:extLst>
              </p14:cNvPr>
              <p14:cNvContentPartPr/>
              <p14:nvPr/>
            </p14:nvContentPartPr>
            <p14:xfrm>
              <a:off x="5178369" y="3646089"/>
              <a:ext cx="155520" cy="19332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80E360E5-37C5-385A-1A17-E6DBE67542D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63249" y="3630969"/>
                <a:ext cx="18612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4BFD1B1A-1DB2-23A1-3B2D-D45BFC595C06}"/>
                  </a:ext>
                </a:extLst>
              </p14:cNvPr>
              <p14:cNvContentPartPr/>
              <p14:nvPr/>
            </p14:nvContentPartPr>
            <p14:xfrm>
              <a:off x="5405169" y="3496689"/>
              <a:ext cx="55800" cy="7056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4BFD1B1A-1DB2-23A1-3B2D-D45BFC595C0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89689" y="3481569"/>
                <a:ext cx="8640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92B8EF30-6C41-84FE-D64B-1D882A1796C4}"/>
                  </a:ext>
                </a:extLst>
              </p14:cNvPr>
              <p14:cNvContentPartPr/>
              <p14:nvPr/>
            </p14:nvContentPartPr>
            <p14:xfrm>
              <a:off x="5401209" y="3645729"/>
              <a:ext cx="53640" cy="1368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92B8EF30-6C41-84FE-D64B-1D882A1796C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85729" y="3630609"/>
                <a:ext cx="8388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C964DE14-6D18-7570-DED3-CF5F472110B4}"/>
                  </a:ext>
                </a:extLst>
              </p14:cNvPr>
              <p14:cNvContentPartPr/>
              <p14:nvPr/>
            </p14:nvContentPartPr>
            <p14:xfrm>
              <a:off x="5405529" y="3657249"/>
              <a:ext cx="72360" cy="14112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C964DE14-6D18-7570-DED3-CF5F472110B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390409" y="3642129"/>
                <a:ext cx="10296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407FC153-19A5-3A9D-B494-B559A0FA45AB}"/>
                  </a:ext>
                </a:extLst>
              </p14:cNvPr>
              <p14:cNvContentPartPr/>
              <p14:nvPr/>
            </p14:nvContentPartPr>
            <p14:xfrm>
              <a:off x="5484009" y="3399129"/>
              <a:ext cx="146160" cy="38916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407FC153-19A5-3A9D-B494-B559A0FA45A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68529" y="3384009"/>
                <a:ext cx="17676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D7A01891-1DF2-1E00-3D5E-0DC9BCF55AE6}"/>
                  </a:ext>
                </a:extLst>
              </p14:cNvPr>
              <p14:cNvContentPartPr/>
              <p14:nvPr/>
            </p14:nvContentPartPr>
            <p14:xfrm>
              <a:off x="2170929" y="5487129"/>
              <a:ext cx="1440" cy="504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D7A01891-1DF2-1E00-3D5E-0DC9BCF55AE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155449" y="5472009"/>
                <a:ext cx="3204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609D9AA8-2DDB-B32B-A496-EF4B98C96469}"/>
                  </a:ext>
                </a:extLst>
              </p14:cNvPr>
              <p14:cNvContentPartPr/>
              <p14:nvPr/>
            </p14:nvContentPartPr>
            <p14:xfrm>
              <a:off x="2064009" y="2715489"/>
              <a:ext cx="24840" cy="4572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609D9AA8-2DDB-B32B-A496-EF4B98C9646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048529" y="2700009"/>
                <a:ext cx="5544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9FD4CB04-EF8A-EEBF-2412-09654320C32C}"/>
                  </a:ext>
                </a:extLst>
              </p14:cNvPr>
              <p14:cNvContentPartPr/>
              <p14:nvPr/>
            </p14:nvContentPartPr>
            <p14:xfrm>
              <a:off x="3523089" y="4447449"/>
              <a:ext cx="103680" cy="51984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9FD4CB04-EF8A-EEBF-2412-09654320C32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507609" y="4432329"/>
                <a:ext cx="134280" cy="55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72F3EB5B-743C-D483-5286-6BC60B1A5CF3}"/>
                  </a:ext>
                </a:extLst>
              </p14:cNvPr>
              <p14:cNvContentPartPr/>
              <p14:nvPr/>
            </p14:nvContentPartPr>
            <p14:xfrm>
              <a:off x="3509409" y="4402449"/>
              <a:ext cx="146160" cy="64836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72F3EB5B-743C-D483-5286-6BC60B1A5CF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94289" y="4386969"/>
                <a:ext cx="176760" cy="67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ABA188DD-9EA7-A626-7D1F-6B07FDEA450B}"/>
                  </a:ext>
                </a:extLst>
              </p14:cNvPr>
              <p14:cNvContentPartPr/>
              <p14:nvPr/>
            </p14:nvContentPartPr>
            <p14:xfrm>
              <a:off x="2062209" y="2712609"/>
              <a:ext cx="29880" cy="1584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ABA188DD-9EA7-A626-7D1F-6B07FDEA450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047089" y="2697129"/>
                <a:ext cx="6012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352146B9-4D45-C971-06EC-FF3DFB84A0AF}"/>
                  </a:ext>
                </a:extLst>
              </p14:cNvPr>
              <p14:cNvContentPartPr/>
              <p14:nvPr/>
            </p14:nvContentPartPr>
            <p14:xfrm>
              <a:off x="3382689" y="2682369"/>
              <a:ext cx="119160" cy="556920"/>
            </p14:xfrm>
          </p:contentPart>
        </mc:Choice>
        <mc:Fallback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352146B9-4D45-C971-06EC-FF3DFB84A0A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367209" y="2666889"/>
                <a:ext cx="149400" cy="58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F592A51B-1D80-836F-10CC-6D9934A70A51}"/>
                  </a:ext>
                </a:extLst>
              </p14:cNvPr>
              <p14:cNvContentPartPr/>
              <p14:nvPr/>
            </p14:nvContentPartPr>
            <p14:xfrm>
              <a:off x="3596889" y="2657889"/>
              <a:ext cx="142920" cy="57492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F592A51B-1D80-836F-10CC-6D9934A70A5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581769" y="2642769"/>
                <a:ext cx="173520" cy="60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0BB25643-35BA-80EF-0BF3-A5592F3B6069}"/>
                  </a:ext>
                </a:extLst>
              </p14:cNvPr>
              <p14:cNvContentPartPr/>
              <p14:nvPr/>
            </p14:nvContentPartPr>
            <p14:xfrm>
              <a:off x="3876249" y="2698929"/>
              <a:ext cx="164160" cy="573480"/>
            </p14:xfrm>
          </p:contentPart>
        </mc:Choice>
        <mc:Fallback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0BB25643-35BA-80EF-0BF3-A5592F3B606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861129" y="2683449"/>
                <a:ext cx="194400" cy="60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EEDFF388-1C4B-0EFC-F60D-654BA4B167B7}"/>
                  </a:ext>
                </a:extLst>
              </p14:cNvPr>
              <p14:cNvContentPartPr/>
              <p14:nvPr/>
            </p14:nvContentPartPr>
            <p14:xfrm>
              <a:off x="4172889" y="2707569"/>
              <a:ext cx="135360" cy="572760"/>
            </p14:xfrm>
          </p:contentPart>
        </mc:Choice>
        <mc:Fallback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EEDFF388-1C4B-0EFC-F60D-654BA4B167B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157409" y="2692449"/>
                <a:ext cx="165960" cy="60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4B0308D8-9365-0466-160C-2351E5DD0A92}"/>
                  </a:ext>
                </a:extLst>
              </p14:cNvPr>
              <p14:cNvContentPartPr/>
              <p14:nvPr/>
            </p14:nvContentPartPr>
            <p14:xfrm>
              <a:off x="4452609" y="2660409"/>
              <a:ext cx="107280" cy="598680"/>
            </p14:xfrm>
          </p:contentPart>
        </mc:Choice>
        <mc:Fallback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4B0308D8-9365-0466-160C-2351E5DD0A9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437489" y="2645289"/>
                <a:ext cx="137880" cy="62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804B4BD8-CECC-944E-92B9-2EC87F8DF84D}"/>
                  </a:ext>
                </a:extLst>
              </p14:cNvPr>
              <p14:cNvContentPartPr/>
              <p14:nvPr/>
            </p14:nvContentPartPr>
            <p14:xfrm>
              <a:off x="4906209" y="2781729"/>
              <a:ext cx="134640" cy="384840"/>
            </p14:xfrm>
          </p:contentPart>
        </mc:Choice>
        <mc:Fallback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804B4BD8-CECC-944E-92B9-2EC87F8DF84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890729" y="2766249"/>
                <a:ext cx="165240" cy="41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C1CDC000-0C9B-8A4A-3483-3760B01CF454}"/>
                  </a:ext>
                </a:extLst>
              </p14:cNvPr>
              <p14:cNvContentPartPr/>
              <p14:nvPr/>
            </p14:nvContentPartPr>
            <p14:xfrm>
              <a:off x="5146689" y="2770929"/>
              <a:ext cx="96840" cy="414000"/>
            </p14:xfrm>
          </p:contentPart>
        </mc:Choice>
        <mc:Fallback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C1CDC000-0C9B-8A4A-3483-3760B01CF45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131209" y="2755449"/>
                <a:ext cx="127440" cy="44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BDED24EC-E43D-BFA5-22A3-8462C6714CD6}"/>
                  </a:ext>
                </a:extLst>
              </p14:cNvPr>
              <p14:cNvContentPartPr/>
              <p14:nvPr/>
            </p14:nvContentPartPr>
            <p14:xfrm>
              <a:off x="5390769" y="2802249"/>
              <a:ext cx="115920" cy="428040"/>
            </p14:xfrm>
          </p:contentPart>
        </mc:Choice>
        <mc:Fallback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BDED24EC-E43D-BFA5-22A3-8462C6714CD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375649" y="2787129"/>
                <a:ext cx="146520" cy="45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380910D9-4925-841F-D6D0-88930430429F}"/>
                  </a:ext>
                </a:extLst>
              </p14:cNvPr>
              <p14:cNvContentPartPr/>
              <p14:nvPr/>
            </p14:nvContentPartPr>
            <p14:xfrm>
              <a:off x="5819169" y="2855529"/>
              <a:ext cx="65520" cy="311400"/>
            </p14:xfrm>
          </p:contentPart>
        </mc:Choice>
        <mc:Fallback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380910D9-4925-841F-D6D0-88930430429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804049" y="2840409"/>
                <a:ext cx="9576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16240763-A536-1379-494B-5083E3823693}"/>
                  </a:ext>
                </a:extLst>
              </p14:cNvPr>
              <p14:cNvContentPartPr/>
              <p14:nvPr/>
            </p14:nvContentPartPr>
            <p14:xfrm>
              <a:off x="5869929" y="2870289"/>
              <a:ext cx="169560" cy="259200"/>
            </p14:xfrm>
          </p:contentPart>
        </mc:Choice>
        <mc:Fallback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16240763-A536-1379-494B-5083E382369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854809" y="2854809"/>
                <a:ext cx="20016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B8E9856C-50D9-02F7-7278-ACA4D75BC6CB}"/>
                  </a:ext>
                </a:extLst>
              </p14:cNvPr>
              <p14:cNvContentPartPr/>
              <p14:nvPr/>
            </p14:nvContentPartPr>
            <p14:xfrm>
              <a:off x="6146409" y="2877489"/>
              <a:ext cx="227880" cy="250920"/>
            </p14:xfrm>
          </p:contentPart>
        </mc:Choice>
        <mc:Fallback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B8E9856C-50D9-02F7-7278-ACA4D75BC6C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131289" y="2862009"/>
                <a:ext cx="25848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07407AD6-9564-C3F1-D8DB-9AF88F21F53B}"/>
                  </a:ext>
                </a:extLst>
              </p14:cNvPr>
              <p14:cNvContentPartPr/>
              <p14:nvPr/>
            </p14:nvContentPartPr>
            <p14:xfrm>
              <a:off x="6470769" y="2847969"/>
              <a:ext cx="55800" cy="286560"/>
            </p14:xfrm>
          </p:contentPart>
        </mc:Choice>
        <mc:Fallback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07407AD6-9564-C3F1-D8DB-9AF88F21F53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455649" y="2832489"/>
                <a:ext cx="8640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9C038DF5-6F30-9AA4-D03D-4530A356D650}"/>
                  </a:ext>
                </a:extLst>
              </p14:cNvPr>
              <p14:cNvContentPartPr/>
              <p14:nvPr/>
            </p14:nvContentPartPr>
            <p14:xfrm>
              <a:off x="6509649" y="2826729"/>
              <a:ext cx="216360" cy="324360"/>
            </p14:xfrm>
          </p:contentPart>
        </mc:Choice>
        <mc:Fallback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9C038DF5-6F30-9AA4-D03D-4530A356D65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494529" y="2811609"/>
                <a:ext cx="24696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D2FB2FAE-FC06-B0DD-2AED-7FCC37CF7F9F}"/>
                  </a:ext>
                </a:extLst>
              </p14:cNvPr>
              <p14:cNvContentPartPr/>
              <p14:nvPr/>
            </p14:nvContentPartPr>
            <p14:xfrm>
              <a:off x="3626409" y="3606129"/>
              <a:ext cx="74880" cy="149760"/>
            </p14:xfrm>
          </p:contentPart>
        </mc:Choice>
        <mc:Fallback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D2FB2FAE-FC06-B0DD-2AED-7FCC37CF7F9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610929" y="3590649"/>
                <a:ext cx="10548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10166410-9163-EC52-6646-383C0689511E}"/>
                  </a:ext>
                </a:extLst>
              </p14:cNvPr>
              <p14:cNvContentPartPr/>
              <p14:nvPr/>
            </p14:nvContentPartPr>
            <p14:xfrm>
              <a:off x="3610569" y="3762369"/>
              <a:ext cx="159120" cy="502920"/>
            </p14:xfrm>
          </p:contentPart>
        </mc:Choice>
        <mc:Fallback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10166410-9163-EC52-6646-383C0689511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595449" y="3747249"/>
                <a:ext cx="189720" cy="53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0" name="墨迹 29">
                <a:extLst>
                  <a:ext uri="{FF2B5EF4-FFF2-40B4-BE49-F238E27FC236}">
                    <a16:creationId xmlns:a16="http://schemas.microsoft.com/office/drawing/2014/main" id="{7374EC1A-1459-16BE-984C-6FFC8DEEED9C}"/>
                  </a:ext>
                </a:extLst>
              </p14:cNvPr>
              <p14:cNvContentPartPr/>
              <p14:nvPr/>
            </p14:nvContentPartPr>
            <p14:xfrm>
              <a:off x="3817569" y="3771729"/>
              <a:ext cx="80280" cy="11160"/>
            </p14:xfrm>
          </p:contentPart>
        </mc:Choice>
        <mc:Fallback>
          <p:pic>
            <p:nvPicPr>
              <p:cNvPr id="30" name="墨迹 29">
                <a:extLst>
                  <a:ext uri="{FF2B5EF4-FFF2-40B4-BE49-F238E27FC236}">
                    <a16:creationId xmlns:a16="http://schemas.microsoft.com/office/drawing/2014/main" id="{7374EC1A-1459-16BE-984C-6FFC8DEEED9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802449" y="3756249"/>
                <a:ext cx="11088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95AC45B4-9FEE-F50C-6285-C11C20144292}"/>
                  </a:ext>
                </a:extLst>
              </p14:cNvPr>
              <p14:cNvContentPartPr/>
              <p14:nvPr/>
            </p14:nvContentPartPr>
            <p14:xfrm>
              <a:off x="3801729" y="3760209"/>
              <a:ext cx="126000" cy="109080"/>
            </p14:xfrm>
          </p:contentPart>
        </mc:Choice>
        <mc:Fallback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95AC45B4-9FEE-F50C-6285-C11C2014429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786609" y="3744729"/>
                <a:ext cx="15660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CD276308-B1DD-B9D5-D109-ABDBF78B698C}"/>
                  </a:ext>
                </a:extLst>
              </p14:cNvPr>
              <p14:cNvContentPartPr/>
              <p14:nvPr/>
            </p14:nvContentPartPr>
            <p14:xfrm>
              <a:off x="3837009" y="3673089"/>
              <a:ext cx="115920" cy="388440"/>
            </p14:xfrm>
          </p:contentPart>
        </mc:Choice>
        <mc:Fallback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CD276308-B1DD-B9D5-D109-ABDBF78B698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821889" y="3657969"/>
                <a:ext cx="146520" cy="4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970BF0B9-38D7-FF00-CE52-10B05DC637CA}"/>
                  </a:ext>
                </a:extLst>
              </p14:cNvPr>
              <p14:cNvContentPartPr/>
              <p14:nvPr/>
            </p14:nvContentPartPr>
            <p14:xfrm>
              <a:off x="4082169" y="3668769"/>
              <a:ext cx="30240" cy="223920"/>
            </p14:xfrm>
          </p:contentPart>
        </mc:Choice>
        <mc:Fallback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970BF0B9-38D7-FF00-CE52-10B05DC637C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066689" y="3653649"/>
                <a:ext cx="6084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DC3D358B-2395-D5A0-1DA1-CBEEA4E8B964}"/>
                  </a:ext>
                </a:extLst>
              </p14:cNvPr>
              <p14:cNvContentPartPr/>
              <p14:nvPr/>
            </p14:nvContentPartPr>
            <p14:xfrm>
              <a:off x="4096929" y="3742209"/>
              <a:ext cx="70560" cy="53280"/>
            </p14:xfrm>
          </p:contentPart>
        </mc:Choice>
        <mc:Fallback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DC3D358B-2395-D5A0-1DA1-CBEEA4E8B96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081809" y="3727089"/>
                <a:ext cx="10116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5" name="墨迹 34">
                <a:extLst>
                  <a:ext uri="{FF2B5EF4-FFF2-40B4-BE49-F238E27FC236}">
                    <a16:creationId xmlns:a16="http://schemas.microsoft.com/office/drawing/2014/main" id="{F57507C1-4AB4-66AB-8766-A566AA5EB6EF}"/>
                  </a:ext>
                </a:extLst>
              </p14:cNvPr>
              <p14:cNvContentPartPr/>
              <p14:nvPr/>
            </p14:nvContentPartPr>
            <p14:xfrm>
              <a:off x="4043289" y="3776049"/>
              <a:ext cx="154080" cy="194760"/>
            </p14:xfrm>
          </p:contentPart>
        </mc:Choice>
        <mc:Fallback>
          <p:pic>
            <p:nvPicPr>
              <p:cNvPr id="35" name="墨迹 34">
                <a:extLst>
                  <a:ext uri="{FF2B5EF4-FFF2-40B4-BE49-F238E27FC236}">
                    <a16:creationId xmlns:a16="http://schemas.microsoft.com/office/drawing/2014/main" id="{F57507C1-4AB4-66AB-8766-A566AA5EB6E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028169" y="3760569"/>
                <a:ext cx="18432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741069A0-A1B9-3BF3-F556-DF23B46660A4}"/>
                  </a:ext>
                </a:extLst>
              </p14:cNvPr>
              <p14:cNvContentPartPr/>
              <p14:nvPr/>
            </p14:nvContentPartPr>
            <p14:xfrm>
              <a:off x="4170009" y="3673809"/>
              <a:ext cx="81360" cy="246600"/>
            </p14:xfrm>
          </p:contentPart>
        </mc:Choice>
        <mc:Fallback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741069A0-A1B9-3BF3-F556-DF23B46660A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154889" y="3658329"/>
                <a:ext cx="11196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7" name="墨迹 36">
                <a:extLst>
                  <a:ext uri="{FF2B5EF4-FFF2-40B4-BE49-F238E27FC236}">
                    <a16:creationId xmlns:a16="http://schemas.microsoft.com/office/drawing/2014/main" id="{C3ED123B-9B8C-BBAA-FD42-90CAA46E67E2}"/>
                  </a:ext>
                </a:extLst>
              </p14:cNvPr>
              <p14:cNvContentPartPr/>
              <p14:nvPr/>
            </p14:nvContentPartPr>
            <p14:xfrm>
              <a:off x="4272969" y="3565449"/>
              <a:ext cx="181800" cy="320400"/>
            </p14:xfrm>
          </p:contentPart>
        </mc:Choice>
        <mc:Fallback>
          <p:pic>
            <p:nvPicPr>
              <p:cNvPr id="37" name="墨迹 36">
                <a:extLst>
                  <a:ext uri="{FF2B5EF4-FFF2-40B4-BE49-F238E27FC236}">
                    <a16:creationId xmlns:a16="http://schemas.microsoft.com/office/drawing/2014/main" id="{C3ED123B-9B8C-BBAA-FD42-90CAA46E67E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257849" y="3549969"/>
                <a:ext cx="21240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375CE04A-5F5A-916F-62D9-9E4A95E4CC90}"/>
                  </a:ext>
                </a:extLst>
              </p14:cNvPr>
              <p14:cNvContentPartPr/>
              <p14:nvPr/>
            </p14:nvContentPartPr>
            <p14:xfrm>
              <a:off x="4399689" y="3703689"/>
              <a:ext cx="69120" cy="38160"/>
            </p14:xfrm>
          </p:contentPart>
        </mc:Choice>
        <mc:Fallback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375CE04A-5F5A-916F-62D9-9E4A95E4CC9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384209" y="3688209"/>
                <a:ext cx="9972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39" name="墨迹 38">
                <a:extLst>
                  <a:ext uri="{FF2B5EF4-FFF2-40B4-BE49-F238E27FC236}">
                    <a16:creationId xmlns:a16="http://schemas.microsoft.com/office/drawing/2014/main" id="{A99C388D-771D-FE91-0E2E-45EBF07555FC}"/>
                  </a:ext>
                </a:extLst>
              </p14:cNvPr>
              <p14:cNvContentPartPr/>
              <p14:nvPr/>
            </p14:nvContentPartPr>
            <p14:xfrm>
              <a:off x="4541889" y="3583809"/>
              <a:ext cx="61560" cy="48600"/>
            </p14:xfrm>
          </p:contentPart>
        </mc:Choice>
        <mc:Fallback>
          <p:pic>
            <p:nvPicPr>
              <p:cNvPr id="39" name="墨迹 38">
                <a:extLst>
                  <a:ext uri="{FF2B5EF4-FFF2-40B4-BE49-F238E27FC236}">
                    <a16:creationId xmlns:a16="http://schemas.microsoft.com/office/drawing/2014/main" id="{A99C388D-771D-FE91-0E2E-45EBF07555F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526409" y="3568329"/>
                <a:ext cx="9216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0" name="墨迹 39">
                <a:extLst>
                  <a:ext uri="{FF2B5EF4-FFF2-40B4-BE49-F238E27FC236}">
                    <a16:creationId xmlns:a16="http://schemas.microsoft.com/office/drawing/2014/main" id="{E2E6B5C5-E8F4-4F4B-B13F-58CF1BF59D28}"/>
                  </a:ext>
                </a:extLst>
              </p14:cNvPr>
              <p14:cNvContentPartPr/>
              <p14:nvPr/>
            </p14:nvContentPartPr>
            <p14:xfrm>
              <a:off x="4536849" y="3722409"/>
              <a:ext cx="65160" cy="18000"/>
            </p14:xfrm>
          </p:contentPart>
        </mc:Choice>
        <mc:Fallback>
          <p:pic>
            <p:nvPicPr>
              <p:cNvPr id="40" name="墨迹 39">
                <a:extLst>
                  <a:ext uri="{FF2B5EF4-FFF2-40B4-BE49-F238E27FC236}">
                    <a16:creationId xmlns:a16="http://schemas.microsoft.com/office/drawing/2014/main" id="{E2E6B5C5-E8F4-4F4B-B13F-58CF1BF59D2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521369" y="3707289"/>
                <a:ext cx="9576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1" name="墨迹 40">
                <a:extLst>
                  <a:ext uri="{FF2B5EF4-FFF2-40B4-BE49-F238E27FC236}">
                    <a16:creationId xmlns:a16="http://schemas.microsoft.com/office/drawing/2014/main" id="{A75C394A-AFEF-4AA9-31C0-E873020C857E}"/>
                  </a:ext>
                </a:extLst>
              </p14:cNvPr>
              <p14:cNvContentPartPr/>
              <p14:nvPr/>
            </p14:nvContentPartPr>
            <p14:xfrm>
              <a:off x="4543689" y="3729609"/>
              <a:ext cx="75600" cy="138240"/>
            </p14:xfrm>
          </p:contentPart>
        </mc:Choice>
        <mc:Fallback>
          <p:pic>
            <p:nvPicPr>
              <p:cNvPr id="41" name="墨迹 40">
                <a:extLst>
                  <a:ext uri="{FF2B5EF4-FFF2-40B4-BE49-F238E27FC236}">
                    <a16:creationId xmlns:a16="http://schemas.microsoft.com/office/drawing/2014/main" id="{A75C394A-AFEF-4AA9-31C0-E873020C857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528569" y="3714489"/>
                <a:ext cx="10620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2" name="墨迹 41">
                <a:extLst>
                  <a:ext uri="{FF2B5EF4-FFF2-40B4-BE49-F238E27FC236}">
                    <a16:creationId xmlns:a16="http://schemas.microsoft.com/office/drawing/2014/main" id="{15CD2F9E-DB54-5E88-6E9D-230CBBFD3FD5}"/>
                  </a:ext>
                </a:extLst>
              </p14:cNvPr>
              <p14:cNvContentPartPr/>
              <p14:nvPr/>
            </p14:nvContentPartPr>
            <p14:xfrm>
              <a:off x="4638729" y="3474729"/>
              <a:ext cx="87120" cy="37080"/>
            </p14:xfrm>
          </p:contentPart>
        </mc:Choice>
        <mc:Fallback>
          <p:pic>
            <p:nvPicPr>
              <p:cNvPr id="42" name="墨迹 41">
                <a:extLst>
                  <a:ext uri="{FF2B5EF4-FFF2-40B4-BE49-F238E27FC236}">
                    <a16:creationId xmlns:a16="http://schemas.microsoft.com/office/drawing/2014/main" id="{15CD2F9E-DB54-5E88-6E9D-230CBBFD3FD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623609" y="3459249"/>
                <a:ext cx="11736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3" name="墨迹 42">
                <a:extLst>
                  <a:ext uri="{FF2B5EF4-FFF2-40B4-BE49-F238E27FC236}">
                    <a16:creationId xmlns:a16="http://schemas.microsoft.com/office/drawing/2014/main" id="{0508E148-C10E-4538-F0F9-95D8BBFE799B}"/>
                  </a:ext>
                </a:extLst>
              </p14:cNvPr>
              <p14:cNvContentPartPr/>
              <p14:nvPr/>
            </p14:nvContentPartPr>
            <p14:xfrm>
              <a:off x="4617489" y="3535209"/>
              <a:ext cx="143280" cy="248400"/>
            </p14:xfrm>
          </p:contentPart>
        </mc:Choice>
        <mc:Fallback>
          <p:pic>
            <p:nvPicPr>
              <p:cNvPr id="43" name="墨迹 42">
                <a:extLst>
                  <a:ext uri="{FF2B5EF4-FFF2-40B4-BE49-F238E27FC236}">
                    <a16:creationId xmlns:a16="http://schemas.microsoft.com/office/drawing/2014/main" id="{0508E148-C10E-4538-F0F9-95D8BBFE799B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602009" y="3520089"/>
                <a:ext cx="17388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4" name="墨迹 43">
                <a:extLst>
                  <a:ext uri="{FF2B5EF4-FFF2-40B4-BE49-F238E27FC236}">
                    <a16:creationId xmlns:a16="http://schemas.microsoft.com/office/drawing/2014/main" id="{584A5E8B-25FB-AC00-4498-1F896D7DAEB3}"/>
                  </a:ext>
                </a:extLst>
              </p14:cNvPr>
              <p14:cNvContentPartPr/>
              <p14:nvPr/>
            </p14:nvContentPartPr>
            <p14:xfrm>
              <a:off x="4704249" y="3614049"/>
              <a:ext cx="102600" cy="30960"/>
            </p14:xfrm>
          </p:contentPart>
        </mc:Choice>
        <mc:Fallback>
          <p:pic>
            <p:nvPicPr>
              <p:cNvPr id="44" name="墨迹 43">
                <a:extLst>
                  <a:ext uri="{FF2B5EF4-FFF2-40B4-BE49-F238E27FC236}">
                    <a16:creationId xmlns:a16="http://schemas.microsoft.com/office/drawing/2014/main" id="{584A5E8B-25FB-AC00-4498-1F896D7DAEB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688769" y="3598929"/>
                <a:ext cx="13320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45" name="墨迹 44">
                <a:extLst>
                  <a:ext uri="{FF2B5EF4-FFF2-40B4-BE49-F238E27FC236}">
                    <a16:creationId xmlns:a16="http://schemas.microsoft.com/office/drawing/2014/main" id="{6592A286-B7CB-132E-C022-121C902B6DA6}"/>
                  </a:ext>
                </a:extLst>
              </p14:cNvPr>
              <p14:cNvContentPartPr/>
              <p14:nvPr/>
            </p14:nvContentPartPr>
            <p14:xfrm>
              <a:off x="4663569" y="3681369"/>
              <a:ext cx="67320" cy="225720"/>
            </p14:xfrm>
          </p:contentPart>
        </mc:Choice>
        <mc:Fallback>
          <p:pic>
            <p:nvPicPr>
              <p:cNvPr id="45" name="墨迹 44">
                <a:extLst>
                  <a:ext uri="{FF2B5EF4-FFF2-40B4-BE49-F238E27FC236}">
                    <a16:creationId xmlns:a16="http://schemas.microsoft.com/office/drawing/2014/main" id="{6592A286-B7CB-132E-C022-121C902B6DA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648089" y="3666249"/>
                <a:ext cx="9756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46" name="墨迹 45">
                <a:extLst>
                  <a:ext uri="{FF2B5EF4-FFF2-40B4-BE49-F238E27FC236}">
                    <a16:creationId xmlns:a16="http://schemas.microsoft.com/office/drawing/2014/main" id="{CB582E0A-E62F-A6BE-3AF6-5F3CCABFE2C3}"/>
                  </a:ext>
                </a:extLst>
              </p14:cNvPr>
              <p14:cNvContentPartPr/>
              <p14:nvPr/>
            </p14:nvContentPartPr>
            <p14:xfrm>
              <a:off x="4722249" y="3704769"/>
              <a:ext cx="90000" cy="111600"/>
            </p14:xfrm>
          </p:contentPart>
        </mc:Choice>
        <mc:Fallback>
          <p:pic>
            <p:nvPicPr>
              <p:cNvPr id="46" name="墨迹 45">
                <a:extLst>
                  <a:ext uri="{FF2B5EF4-FFF2-40B4-BE49-F238E27FC236}">
                    <a16:creationId xmlns:a16="http://schemas.microsoft.com/office/drawing/2014/main" id="{CB582E0A-E62F-A6BE-3AF6-5F3CCABFE2C3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707129" y="3689649"/>
                <a:ext cx="12060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3700A49F-A451-1BA6-D0B5-D3407475635E}"/>
                  </a:ext>
                </a:extLst>
              </p14:cNvPr>
              <p14:cNvContentPartPr/>
              <p14:nvPr/>
            </p14:nvContentPartPr>
            <p14:xfrm>
              <a:off x="4840329" y="3618369"/>
              <a:ext cx="106920" cy="191160"/>
            </p14:xfrm>
          </p:contentPart>
        </mc:Choice>
        <mc:Fallback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3700A49F-A451-1BA6-D0B5-D3407475635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825209" y="3603249"/>
                <a:ext cx="13752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AD4316E4-50CB-6D3E-91C9-CFEAA2CF7D66}"/>
                  </a:ext>
                </a:extLst>
              </p14:cNvPr>
              <p14:cNvContentPartPr/>
              <p14:nvPr/>
            </p14:nvContentPartPr>
            <p14:xfrm>
              <a:off x="4852209" y="3524769"/>
              <a:ext cx="42120" cy="362160"/>
            </p14:xfrm>
          </p:contentPart>
        </mc:Choice>
        <mc:Fallback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AD4316E4-50CB-6D3E-91C9-CFEAA2CF7D66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837089" y="3509649"/>
                <a:ext cx="7272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49" name="墨迹 48">
                <a:extLst>
                  <a:ext uri="{FF2B5EF4-FFF2-40B4-BE49-F238E27FC236}">
                    <a16:creationId xmlns:a16="http://schemas.microsoft.com/office/drawing/2014/main" id="{FE5FCAC5-D454-2CC7-C167-F30C8B479EC9}"/>
                  </a:ext>
                </a:extLst>
              </p14:cNvPr>
              <p14:cNvContentPartPr/>
              <p14:nvPr/>
            </p14:nvContentPartPr>
            <p14:xfrm>
              <a:off x="3489249" y="4430169"/>
              <a:ext cx="113040" cy="619560"/>
            </p14:xfrm>
          </p:contentPart>
        </mc:Choice>
        <mc:Fallback>
          <p:pic>
            <p:nvPicPr>
              <p:cNvPr id="49" name="墨迹 48">
                <a:extLst>
                  <a:ext uri="{FF2B5EF4-FFF2-40B4-BE49-F238E27FC236}">
                    <a16:creationId xmlns:a16="http://schemas.microsoft.com/office/drawing/2014/main" id="{FE5FCAC5-D454-2CC7-C167-F30C8B479EC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474129" y="4414689"/>
                <a:ext cx="143640" cy="65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0" name="墨迹 49">
                <a:extLst>
                  <a:ext uri="{FF2B5EF4-FFF2-40B4-BE49-F238E27FC236}">
                    <a16:creationId xmlns:a16="http://schemas.microsoft.com/office/drawing/2014/main" id="{4E6D4C8D-55D8-FB91-BA6D-6BFC6779B311}"/>
                  </a:ext>
                </a:extLst>
              </p14:cNvPr>
              <p14:cNvContentPartPr/>
              <p14:nvPr/>
            </p14:nvContentPartPr>
            <p14:xfrm>
              <a:off x="1511409" y="1604169"/>
              <a:ext cx="27360" cy="40320"/>
            </p14:xfrm>
          </p:contentPart>
        </mc:Choice>
        <mc:Fallback>
          <p:pic>
            <p:nvPicPr>
              <p:cNvPr id="50" name="墨迹 49">
                <a:extLst>
                  <a:ext uri="{FF2B5EF4-FFF2-40B4-BE49-F238E27FC236}">
                    <a16:creationId xmlns:a16="http://schemas.microsoft.com/office/drawing/2014/main" id="{4E6D4C8D-55D8-FB91-BA6D-6BFC6779B31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495929" y="1589049"/>
                <a:ext cx="5796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51" name="墨迹 50">
                <a:extLst>
                  <a:ext uri="{FF2B5EF4-FFF2-40B4-BE49-F238E27FC236}">
                    <a16:creationId xmlns:a16="http://schemas.microsoft.com/office/drawing/2014/main" id="{A13B7DE3-4CBC-8AFD-67B4-9491D6C1A00D}"/>
                  </a:ext>
                </a:extLst>
              </p14:cNvPr>
              <p14:cNvContentPartPr/>
              <p14:nvPr/>
            </p14:nvContentPartPr>
            <p14:xfrm>
              <a:off x="1504929" y="1618929"/>
              <a:ext cx="3600" cy="4320"/>
            </p14:xfrm>
          </p:contentPart>
        </mc:Choice>
        <mc:Fallback>
          <p:pic>
            <p:nvPicPr>
              <p:cNvPr id="51" name="墨迹 50">
                <a:extLst>
                  <a:ext uri="{FF2B5EF4-FFF2-40B4-BE49-F238E27FC236}">
                    <a16:creationId xmlns:a16="http://schemas.microsoft.com/office/drawing/2014/main" id="{A13B7DE3-4CBC-8AFD-67B4-9491D6C1A00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489809" y="1603809"/>
                <a:ext cx="3420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52" name="墨迹 51">
                <a:extLst>
                  <a:ext uri="{FF2B5EF4-FFF2-40B4-BE49-F238E27FC236}">
                    <a16:creationId xmlns:a16="http://schemas.microsoft.com/office/drawing/2014/main" id="{FB2EC7AE-F06E-A41E-C7DC-88EA44F988EC}"/>
                  </a:ext>
                </a:extLst>
              </p14:cNvPr>
              <p14:cNvContentPartPr/>
              <p14:nvPr/>
            </p14:nvContentPartPr>
            <p14:xfrm>
              <a:off x="3596529" y="4610889"/>
              <a:ext cx="94680" cy="545760"/>
            </p14:xfrm>
          </p:contentPart>
        </mc:Choice>
        <mc:Fallback>
          <p:pic>
            <p:nvPicPr>
              <p:cNvPr id="52" name="墨迹 51">
                <a:extLst>
                  <a:ext uri="{FF2B5EF4-FFF2-40B4-BE49-F238E27FC236}">
                    <a16:creationId xmlns:a16="http://schemas.microsoft.com/office/drawing/2014/main" id="{FB2EC7AE-F06E-A41E-C7DC-88EA44F988E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581049" y="4595409"/>
                <a:ext cx="125280" cy="57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53" name="墨迹 52">
                <a:extLst>
                  <a:ext uri="{FF2B5EF4-FFF2-40B4-BE49-F238E27FC236}">
                    <a16:creationId xmlns:a16="http://schemas.microsoft.com/office/drawing/2014/main" id="{EDC7AED8-2DA2-FDA0-584A-8DF4CF0AA2C8}"/>
                  </a:ext>
                </a:extLst>
              </p14:cNvPr>
              <p14:cNvContentPartPr/>
              <p14:nvPr/>
            </p14:nvContentPartPr>
            <p14:xfrm>
              <a:off x="3827649" y="4551489"/>
              <a:ext cx="99000" cy="546480"/>
            </p14:xfrm>
          </p:contentPart>
        </mc:Choice>
        <mc:Fallback>
          <p:pic>
            <p:nvPicPr>
              <p:cNvPr id="53" name="墨迹 52">
                <a:extLst>
                  <a:ext uri="{FF2B5EF4-FFF2-40B4-BE49-F238E27FC236}">
                    <a16:creationId xmlns:a16="http://schemas.microsoft.com/office/drawing/2014/main" id="{EDC7AED8-2DA2-FDA0-584A-8DF4CF0AA2C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812169" y="4536009"/>
                <a:ext cx="129600" cy="57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54" name="墨迹 53">
                <a:extLst>
                  <a:ext uri="{FF2B5EF4-FFF2-40B4-BE49-F238E27FC236}">
                    <a16:creationId xmlns:a16="http://schemas.microsoft.com/office/drawing/2014/main" id="{65A0A9DB-D66B-C296-7241-E1D74B972A6D}"/>
                  </a:ext>
                </a:extLst>
              </p14:cNvPr>
              <p14:cNvContentPartPr/>
              <p14:nvPr/>
            </p14:nvContentPartPr>
            <p14:xfrm>
              <a:off x="4066689" y="4563009"/>
              <a:ext cx="79560" cy="486720"/>
            </p14:xfrm>
          </p:contentPart>
        </mc:Choice>
        <mc:Fallback>
          <p:pic>
            <p:nvPicPr>
              <p:cNvPr id="54" name="墨迹 53">
                <a:extLst>
                  <a:ext uri="{FF2B5EF4-FFF2-40B4-BE49-F238E27FC236}">
                    <a16:creationId xmlns:a16="http://schemas.microsoft.com/office/drawing/2014/main" id="{65A0A9DB-D66B-C296-7241-E1D74B972A6D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051569" y="4547889"/>
                <a:ext cx="110160" cy="51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55" name="墨迹 54">
                <a:extLst>
                  <a:ext uri="{FF2B5EF4-FFF2-40B4-BE49-F238E27FC236}">
                    <a16:creationId xmlns:a16="http://schemas.microsoft.com/office/drawing/2014/main" id="{207D9EAB-DACD-7A36-47B7-D82D274E60B3}"/>
                  </a:ext>
                </a:extLst>
              </p14:cNvPr>
              <p14:cNvContentPartPr/>
              <p14:nvPr/>
            </p14:nvContentPartPr>
            <p14:xfrm>
              <a:off x="4283049" y="4539249"/>
              <a:ext cx="86040" cy="515160"/>
            </p14:xfrm>
          </p:contentPart>
        </mc:Choice>
        <mc:Fallback>
          <p:pic>
            <p:nvPicPr>
              <p:cNvPr id="55" name="墨迹 54">
                <a:extLst>
                  <a:ext uri="{FF2B5EF4-FFF2-40B4-BE49-F238E27FC236}">
                    <a16:creationId xmlns:a16="http://schemas.microsoft.com/office/drawing/2014/main" id="{207D9EAB-DACD-7A36-47B7-D82D274E60B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267929" y="4523769"/>
                <a:ext cx="116640" cy="54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56" name="墨迹 55">
                <a:extLst>
                  <a:ext uri="{FF2B5EF4-FFF2-40B4-BE49-F238E27FC236}">
                    <a16:creationId xmlns:a16="http://schemas.microsoft.com/office/drawing/2014/main" id="{E8FC4354-B8B0-C7B4-5CDB-7122BDD3F01A}"/>
                  </a:ext>
                </a:extLst>
              </p14:cNvPr>
              <p14:cNvContentPartPr/>
              <p14:nvPr/>
            </p14:nvContentPartPr>
            <p14:xfrm>
              <a:off x="4501569" y="4523409"/>
              <a:ext cx="78840" cy="459720"/>
            </p14:xfrm>
          </p:contentPart>
        </mc:Choice>
        <mc:Fallback>
          <p:pic>
            <p:nvPicPr>
              <p:cNvPr id="56" name="墨迹 55">
                <a:extLst>
                  <a:ext uri="{FF2B5EF4-FFF2-40B4-BE49-F238E27FC236}">
                    <a16:creationId xmlns:a16="http://schemas.microsoft.com/office/drawing/2014/main" id="{E8FC4354-B8B0-C7B4-5CDB-7122BDD3F01A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486089" y="4507929"/>
                <a:ext cx="109080" cy="49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57" name="墨迹 56">
                <a:extLst>
                  <a:ext uri="{FF2B5EF4-FFF2-40B4-BE49-F238E27FC236}">
                    <a16:creationId xmlns:a16="http://schemas.microsoft.com/office/drawing/2014/main" id="{D042B6BA-4001-BF45-4C4C-7E553D5F6C2F}"/>
                  </a:ext>
                </a:extLst>
              </p14:cNvPr>
              <p14:cNvContentPartPr/>
              <p14:nvPr/>
            </p14:nvContentPartPr>
            <p14:xfrm>
              <a:off x="4725129" y="4497849"/>
              <a:ext cx="70200" cy="489960"/>
            </p14:xfrm>
          </p:contentPart>
        </mc:Choice>
        <mc:Fallback>
          <p:pic>
            <p:nvPicPr>
              <p:cNvPr id="57" name="墨迹 56">
                <a:extLst>
                  <a:ext uri="{FF2B5EF4-FFF2-40B4-BE49-F238E27FC236}">
                    <a16:creationId xmlns:a16="http://schemas.microsoft.com/office/drawing/2014/main" id="{D042B6BA-4001-BF45-4C4C-7E553D5F6C2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709649" y="4482729"/>
                <a:ext cx="100800" cy="52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58" name="墨迹 57">
                <a:extLst>
                  <a:ext uri="{FF2B5EF4-FFF2-40B4-BE49-F238E27FC236}">
                    <a16:creationId xmlns:a16="http://schemas.microsoft.com/office/drawing/2014/main" id="{E8E3DB02-F604-74D4-E697-6E19B112A09B}"/>
                  </a:ext>
                </a:extLst>
              </p14:cNvPr>
              <p14:cNvContentPartPr/>
              <p14:nvPr/>
            </p14:nvContentPartPr>
            <p14:xfrm>
              <a:off x="4951209" y="4465449"/>
              <a:ext cx="72360" cy="471600"/>
            </p14:xfrm>
          </p:contentPart>
        </mc:Choice>
        <mc:Fallback>
          <p:pic>
            <p:nvPicPr>
              <p:cNvPr id="58" name="墨迹 57">
                <a:extLst>
                  <a:ext uri="{FF2B5EF4-FFF2-40B4-BE49-F238E27FC236}">
                    <a16:creationId xmlns:a16="http://schemas.microsoft.com/office/drawing/2014/main" id="{E8E3DB02-F604-74D4-E697-6E19B112A09B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936089" y="4450329"/>
                <a:ext cx="102600" cy="50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59" name="墨迹 58">
                <a:extLst>
                  <a:ext uri="{FF2B5EF4-FFF2-40B4-BE49-F238E27FC236}">
                    <a16:creationId xmlns:a16="http://schemas.microsoft.com/office/drawing/2014/main" id="{C5E03D17-318F-AA4E-CD0D-6652DB26556F}"/>
                  </a:ext>
                </a:extLst>
              </p14:cNvPr>
              <p14:cNvContentPartPr/>
              <p14:nvPr/>
            </p14:nvContentPartPr>
            <p14:xfrm>
              <a:off x="5160009" y="4469769"/>
              <a:ext cx="93960" cy="541800"/>
            </p14:xfrm>
          </p:contentPart>
        </mc:Choice>
        <mc:Fallback>
          <p:pic>
            <p:nvPicPr>
              <p:cNvPr id="59" name="墨迹 58">
                <a:extLst>
                  <a:ext uri="{FF2B5EF4-FFF2-40B4-BE49-F238E27FC236}">
                    <a16:creationId xmlns:a16="http://schemas.microsoft.com/office/drawing/2014/main" id="{C5E03D17-318F-AA4E-CD0D-6652DB26556F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144529" y="4454289"/>
                <a:ext cx="124200" cy="57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60" name="墨迹 59">
                <a:extLst>
                  <a:ext uri="{FF2B5EF4-FFF2-40B4-BE49-F238E27FC236}">
                    <a16:creationId xmlns:a16="http://schemas.microsoft.com/office/drawing/2014/main" id="{A2F941A2-9191-6846-B9B0-5F83538B272A}"/>
                  </a:ext>
                </a:extLst>
              </p14:cNvPr>
              <p14:cNvContentPartPr/>
              <p14:nvPr/>
            </p14:nvContentPartPr>
            <p14:xfrm>
              <a:off x="5373489" y="4457529"/>
              <a:ext cx="75240" cy="551520"/>
            </p14:xfrm>
          </p:contentPart>
        </mc:Choice>
        <mc:Fallback>
          <p:pic>
            <p:nvPicPr>
              <p:cNvPr id="60" name="墨迹 59">
                <a:extLst>
                  <a:ext uri="{FF2B5EF4-FFF2-40B4-BE49-F238E27FC236}">
                    <a16:creationId xmlns:a16="http://schemas.microsoft.com/office/drawing/2014/main" id="{A2F941A2-9191-6846-B9B0-5F83538B272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358369" y="4442409"/>
                <a:ext cx="105840" cy="58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61" name="墨迹 60">
                <a:extLst>
                  <a:ext uri="{FF2B5EF4-FFF2-40B4-BE49-F238E27FC236}">
                    <a16:creationId xmlns:a16="http://schemas.microsoft.com/office/drawing/2014/main" id="{C3D0E8C6-4D39-E43A-FB57-FECA0D9FC980}"/>
                  </a:ext>
                </a:extLst>
              </p14:cNvPr>
              <p14:cNvContentPartPr/>
              <p14:nvPr/>
            </p14:nvContentPartPr>
            <p14:xfrm>
              <a:off x="5610009" y="4469769"/>
              <a:ext cx="106560" cy="568440"/>
            </p14:xfrm>
          </p:contentPart>
        </mc:Choice>
        <mc:Fallback>
          <p:pic>
            <p:nvPicPr>
              <p:cNvPr id="61" name="墨迹 60">
                <a:extLst>
                  <a:ext uri="{FF2B5EF4-FFF2-40B4-BE49-F238E27FC236}">
                    <a16:creationId xmlns:a16="http://schemas.microsoft.com/office/drawing/2014/main" id="{C3D0E8C6-4D39-E43A-FB57-FECA0D9FC980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594529" y="4454289"/>
                <a:ext cx="137160" cy="59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62" name="墨迹 61">
                <a:extLst>
                  <a:ext uri="{FF2B5EF4-FFF2-40B4-BE49-F238E27FC236}">
                    <a16:creationId xmlns:a16="http://schemas.microsoft.com/office/drawing/2014/main" id="{F0A25688-E409-303B-BC16-4296B834F4CE}"/>
                  </a:ext>
                </a:extLst>
              </p14:cNvPr>
              <p14:cNvContentPartPr/>
              <p14:nvPr/>
            </p14:nvContentPartPr>
            <p14:xfrm>
              <a:off x="5772369" y="4475889"/>
              <a:ext cx="105480" cy="558720"/>
            </p14:xfrm>
          </p:contentPart>
        </mc:Choice>
        <mc:Fallback>
          <p:pic>
            <p:nvPicPr>
              <p:cNvPr id="62" name="墨迹 61">
                <a:extLst>
                  <a:ext uri="{FF2B5EF4-FFF2-40B4-BE49-F238E27FC236}">
                    <a16:creationId xmlns:a16="http://schemas.microsoft.com/office/drawing/2014/main" id="{F0A25688-E409-303B-BC16-4296B834F4C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756889" y="4460769"/>
                <a:ext cx="136080" cy="58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63" name="墨迹 62">
                <a:extLst>
                  <a:ext uri="{FF2B5EF4-FFF2-40B4-BE49-F238E27FC236}">
                    <a16:creationId xmlns:a16="http://schemas.microsoft.com/office/drawing/2014/main" id="{2233501E-F17D-7269-8612-4ADD68E38A5D}"/>
                  </a:ext>
                </a:extLst>
              </p14:cNvPr>
              <p14:cNvContentPartPr/>
              <p14:nvPr/>
            </p14:nvContentPartPr>
            <p14:xfrm>
              <a:off x="6062169" y="4444569"/>
              <a:ext cx="117720" cy="603000"/>
            </p14:xfrm>
          </p:contentPart>
        </mc:Choice>
        <mc:Fallback>
          <p:pic>
            <p:nvPicPr>
              <p:cNvPr id="63" name="墨迹 62">
                <a:extLst>
                  <a:ext uri="{FF2B5EF4-FFF2-40B4-BE49-F238E27FC236}">
                    <a16:creationId xmlns:a16="http://schemas.microsoft.com/office/drawing/2014/main" id="{2233501E-F17D-7269-8612-4ADD68E38A5D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047049" y="4429449"/>
                <a:ext cx="147960" cy="63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64" name="墨迹 63">
                <a:extLst>
                  <a:ext uri="{FF2B5EF4-FFF2-40B4-BE49-F238E27FC236}">
                    <a16:creationId xmlns:a16="http://schemas.microsoft.com/office/drawing/2014/main" id="{456EE493-F050-77F7-217C-F18093C51542}"/>
                  </a:ext>
                </a:extLst>
              </p14:cNvPr>
              <p14:cNvContentPartPr/>
              <p14:nvPr/>
            </p14:nvContentPartPr>
            <p14:xfrm>
              <a:off x="6302289" y="4461489"/>
              <a:ext cx="125640" cy="588600"/>
            </p14:xfrm>
          </p:contentPart>
        </mc:Choice>
        <mc:Fallback>
          <p:pic>
            <p:nvPicPr>
              <p:cNvPr id="64" name="墨迹 63">
                <a:extLst>
                  <a:ext uri="{FF2B5EF4-FFF2-40B4-BE49-F238E27FC236}">
                    <a16:creationId xmlns:a16="http://schemas.microsoft.com/office/drawing/2014/main" id="{456EE493-F050-77F7-217C-F18093C51542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286809" y="4446369"/>
                <a:ext cx="155880" cy="61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65" name="墨迹 64">
                <a:extLst>
                  <a:ext uri="{FF2B5EF4-FFF2-40B4-BE49-F238E27FC236}">
                    <a16:creationId xmlns:a16="http://schemas.microsoft.com/office/drawing/2014/main" id="{8214C04A-C363-D8E6-EC47-6270337795AE}"/>
                  </a:ext>
                </a:extLst>
              </p14:cNvPr>
              <p14:cNvContentPartPr/>
              <p14:nvPr/>
            </p14:nvContentPartPr>
            <p14:xfrm>
              <a:off x="6579129" y="4428729"/>
              <a:ext cx="109080" cy="485640"/>
            </p14:xfrm>
          </p:contentPart>
        </mc:Choice>
        <mc:Fallback>
          <p:pic>
            <p:nvPicPr>
              <p:cNvPr id="65" name="墨迹 64">
                <a:extLst>
                  <a:ext uri="{FF2B5EF4-FFF2-40B4-BE49-F238E27FC236}">
                    <a16:creationId xmlns:a16="http://schemas.microsoft.com/office/drawing/2014/main" id="{8214C04A-C363-D8E6-EC47-6270337795AE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6563649" y="4413609"/>
                <a:ext cx="139320" cy="51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66" name="墨迹 65">
                <a:extLst>
                  <a:ext uri="{FF2B5EF4-FFF2-40B4-BE49-F238E27FC236}">
                    <a16:creationId xmlns:a16="http://schemas.microsoft.com/office/drawing/2014/main" id="{4BA05ED4-7670-BD6C-17AE-32C39177B67B}"/>
                  </a:ext>
                </a:extLst>
              </p14:cNvPr>
              <p14:cNvContentPartPr/>
              <p14:nvPr/>
            </p14:nvContentPartPr>
            <p14:xfrm>
              <a:off x="6774249" y="4422969"/>
              <a:ext cx="92880" cy="507960"/>
            </p14:xfrm>
          </p:contentPart>
        </mc:Choice>
        <mc:Fallback>
          <p:pic>
            <p:nvPicPr>
              <p:cNvPr id="66" name="墨迹 65">
                <a:extLst>
                  <a:ext uri="{FF2B5EF4-FFF2-40B4-BE49-F238E27FC236}">
                    <a16:creationId xmlns:a16="http://schemas.microsoft.com/office/drawing/2014/main" id="{4BA05ED4-7670-BD6C-17AE-32C39177B67B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759129" y="4407849"/>
                <a:ext cx="123480" cy="53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67" name="墨迹 66">
                <a:extLst>
                  <a:ext uri="{FF2B5EF4-FFF2-40B4-BE49-F238E27FC236}">
                    <a16:creationId xmlns:a16="http://schemas.microsoft.com/office/drawing/2014/main" id="{7F5C0604-7E65-51FF-5115-29D8DF558F04}"/>
                  </a:ext>
                </a:extLst>
              </p14:cNvPr>
              <p14:cNvContentPartPr/>
              <p14:nvPr/>
            </p14:nvContentPartPr>
            <p14:xfrm>
              <a:off x="6965409" y="4424049"/>
              <a:ext cx="68760" cy="461160"/>
            </p14:xfrm>
          </p:contentPart>
        </mc:Choice>
        <mc:Fallback>
          <p:pic>
            <p:nvPicPr>
              <p:cNvPr id="67" name="墨迹 66">
                <a:extLst>
                  <a:ext uri="{FF2B5EF4-FFF2-40B4-BE49-F238E27FC236}">
                    <a16:creationId xmlns:a16="http://schemas.microsoft.com/office/drawing/2014/main" id="{7F5C0604-7E65-51FF-5115-29D8DF558F04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949929" y="4408929"/>
                <a:ext cx="99360" cy="4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68" name="墨迹 67">
                <a:extLst>
                  <a:ext uri="{FF2B5EF4-FFF2-40B4-BE49-F238E27FC236}">
                    <a16:creationId xmlns:a16="http://schemas.microsoft.com/office/drawing/2014/main" id="{65E31B22-FEF5-7909-798E-55927C21265F}"/>
                  </a:ext>
                </a:extLst>
              </p14:cNvPr>
              <p14:cNvContentPartPr/>
              <p14:nvPr/>
            </p14:nvContentPartPr>
            <p14:xfrm>
              <a:off x="7111209" y="4395969"/>
              <a:ext cx="73080" cy="520200"/>
            </p14:xfrm>
          </p:contentPart>
        </mc:Choice>
        <mc:Fallback>
          <p:pic>
            <p:nvPicPr>
              <p:cNvPr id="68" name="墨迹 67">
                <a:extLst>
                  <a:ext uri="{FF2B5EF4-FFF2-40B4-BE49-F238E27FC236}">
                    <a16:creationId xmlns:a16="http://schemas.microsoft.com/office/drawing/2014/main" id="{65E31B22-FEF5-7909-798E-55927C21265F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096089" y="4380849"/>
                <a:ext cx="103680" cy="55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69" name="墨迹 68">
                <a:extLst>
                  <a:ext uri="{FF2B5EF4-FFF2-40B4-BE49-F238E27FC236}">
                    <a16:creationId xmlns:a16="http://schemas.microsoft.com/office/drawing/2014/main" id="{3498C5A2-E397-5A5A-A9F5-145AEB6DDBE3}"/>
                  </a:ext>
                </a:extLst>
              </p14:cNvPr>
              <p14:cNvContentPartPr/>
              <p14:nvPr/>
            </p14:nvContentPartPr>
            <p14:xfrm>
              <a:off x="3556569" y="5316129"/>
              <a:ext cx="119160" cy="470520"/>
            </p14:xfrm>
          </p:contentPart>
        </mc:Choice>
        <mc:Fallback>
          <p:pic>
            <p:nvPicPr>
              <p:cNvPr id="69" name="墨迹 68">
                <a:extLst>
                  <a:ext uri="{FF2B5EF4-FFF2-40B4-BE49-F238E27FC236}">
                    <a16:creationId xmlns:a16="http://schemas.microsoft.com/office/drawing/2014/main" id="{3498C5A2-E397-5A5A-A9F5-145AEB6DDBE3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541449" y="5301009"/>
                <a:ext cx="149760" cy="50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70" name="墨迹 69">
                <a:extLst>
                  <a:ext uri="{FF2B5EF4-FFF2-40B4-BE49-F238E27FC236}">
                    <a16:creationId xmlns:a16="http://schemas.microsoft.com/office/drawing/2014/main" id="{5BD00FEA-5077-BBA2-9A9C-3C449BB04DB4}"/>
                  </a:ext>
                </a:extLst>
              </p14:cNvPr>
              <p14:cNvContentPartPr/>
              <p14:nvPr/>
            </p14:nvContentPartPr>
            <p14:xfrm>
              <a:off x="3751329" y="5298489"/>
              <a:ext cx="91080" cy="447120"/>
            </p14:xfrm>
          </p:contentPart>
        </mc:Choice>
        <mc:Fallback>
          <p:pic>
            <p:nvPicPr>
              <p:cNvPr id="70" name="墨迹 69">
                <a:extLst>
                  <a:ext uri="{FF2B5EF4-FFF2-40B4-BE49-F238E27FC236}">
                    <a16:creationId xmlns:a16="http://schemas.microsoft.com/office/drawing/2014/main" id="{5BD00FEA-5077-BBA2-9A9C-3C449BB04DB4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736209" y="5283009"/>
                <a:ext cx="121680" cy="47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71" name="墨迹 70">
                <a:extLst>
                  <a:ext uri="{FF2B5EF4-FFF2-40B4-BE49-F238E27FC236}">
                    <a16:creationId xmlns:a16="http://schemas.microsoft.com/office/drawing/2014/main" id="{5AE7A574-EF7C-34A5-CAD1-65FCE4BA5531}"/>
                  </a:ext>
                </a:extLst>
              </p14:cNvPr>
              <p14:cNvContentPartPr/>
              <p14:nvPr/>
            </p14:nvContentPartPr>
            <p14:xfrm>
              <a:off x="3932049" y="5336289"/>
              <a:ext cx="95760" cy="416880"/>
            </p14:xfrm>
          </p:contentPart>
        </mc:Choice>
        <mc:Fallback>
          <p:pic>
            <p:nvPicPr>
              <p:cNvPr id="71" name="墨迹 70">
                <a:extLst>
                  <a:ext uri="{FF2B5EF4-FFF2-40B4-BE49-F238E27FC236}">
                    <a16:creationId xmlns:a16="http://schemas.microsoft.com/office/drawing/2014/main" id="{5AE7A574-EF7C-34A5-CAD1-65FCE4BA5531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916569" y="5321169"/>
                <a:ext cx="126360" cy="44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72" name="墨迹 71">
                <a:extLst>
                  <a:ext uri="{FF2B5EF4-FFF2-40B4-BE49-F238E27FC236}">
                    <a16:creationId xmlns:a16="http://schemas.microsoft.com/office/drawing/2014/main" id="{538BC65E-338B-AD8A-54C3-8D549BA269C4}"/>
                  </a:ext>
                </a:extLst>
              </p14:cNvPr>
              <p14:cNvContentPartPr/>
              <p14:nvPr/>
            </p14:nvContentPartPr>
            <p14:xfrm>
              <a:off x="4122849" y="5333769"/>
              <a:ext cx="91080" cy="434160"/>
            </p14:xfrm>
          </p:contentPart>
        </mc:Choice>
        <mc:Fallback>
          <p:pic>
            <p:nvPicPr>
              <p:cNvPr id="72" name="墨迹 71">
                <a:extLst>
                  <a:ext uri="{FF2B5EF4-FFF2-40B4-BE49-F238E27FC236}">
                    <a16:creationId xmlns:a16="http://schemas.microsoft.com/office/drawing/2014/main" id="{538BC65E-338B-AD8A-54C3-8D549BA269C4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4107369" y="5318649"/>
                <a:ext cx="121680" cy="46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73" name="墨迹 72">
                <a:extLst>
                  <a:ext uri="{FF2B5EF4-FFF2-40B4-BE49-F238E27FC236}">
                    <a16:creationId xmlns:a16="http://schemas.microsoft.com/office/drawing/2014/main" id="{3D3401A5-88CB-A972-B079-ED73795FDA42}"/>
                  </a:ext>
                </a:extLst>
              </p14:cNvPr>
              <p14:cNvContentPartPr/>
              <p14:nvPr/>
            </p14:nvContentPartPr>
            <p14:xfrm>
              <a:off x="4302849" y="5329449"/>
              <a:ext cx="87840" cy="423360"/>
            </p14:xfrm>
          </p:contentPart>
        </mc:Choice>
        <mc:Fallback>
          <p:pic>
            <p:nvPicPr>
              <p:cNvPr id="73" name="墨迹 72">
                <a:extLst>
                  <a:ext uri="{FF2B5EF4-FFF2-40B4-BE49-F238E27FC236}">
                    <a16:creationId xmlns:a16="http://schemas.microsoft.com/office/drawing/2014/main" id="{3D3401A5-88CB-A972-B079-ED73795FDA42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287729" y="5314329"/>
                <a:ext cx="118440" cy="45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74" name="墨迹 73">
                <a:extLst>
                  <a:ext uri="{FF2B5EF4-FFF2-40B4-BE49-F238E27FC236}">
                    <a16:creationId xmlns:a16="http://schemas.microsoft.com/office/drawing/2014/main" id="{B73A23B2-AFB7-911E-5722-DD54DA8015FB}"/>
                  </a:ext>
                </a:extLst>
              </p14:cNvPr>
              <p14:cNvContentPartPr/>
              <p14:nvPr/>
            </p14:nvContentPartPr>
            <p14:xfrm>
              <a:off x="4505889" y="5354289"/>
              <a:ext cx="71280" cy="428760"/>
            </p14:xfrm>
          </p:contentPart>
        </mc:Choice>
        <mc:Fallback>
          <p:pic>
            <p:nvPicPr>
              <p:cNvPr id="74" name="墨迹 73">
                <a:extLst>
                  <a:ext uri="{FF2B5EF4-FFF2-40B4-BE49-F238E27FC236}">
                    <a16:creationId xmlns:a16="http://schemas.microsoft.com/office/drawing/2014/main" id="{B73A23B2-AFB7-911E-5722-DD54DA8015FB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490769" y="5338809"/>
                <a:ext cx="101520" cy="4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75" name="墨迹 74">
                <a:extLst>
                  <a:ext uri="{FF2B5EF4-FFF2-40B4-BE49-F238E27FC236}">
                    <a16:creationId xmlns:a16="http://schemas.microsoft.com/office/drawing/2014/main" id="{5BDCAEAC-4716-8789-98FA-D5DCF83EAD86}"/>
                  </a:ext>
                </a:extLst>
              </p14:cNvPr>
              <p14:cNvContentPartPr/>
              <p14:nvPr/>
            </p14:nvContentPartPr>
            <p14:xfrm>
              <a:off x="4724049" y="5397129"/>
              <a:ext cx="89640" cy="409320"/>
            </p14:xfrm>
          </p:contentPart>
        </mc:Choice>
        <mc:Fallback>
          <p:pic>
            <p:nvPicPr>
              <p:cNvPr id="75" name="墨迹 74">
                <a:extLst>
                  <a:ext uri="{FF2B5EF4-FFF2-40B4-BE49-F238E27FC236}">
                    <a16:creationId xmlns:a16="http://schemas.microsoft.com/office/drawing/2014/main" id="{5BDCAEAC-4716-8789-98FA-D5DCF83EAD86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708569" y="5381649"/>
                <a:ext cx="120240" cy="43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76" name="墨迹 75">
                <a:extLst>
                  <a:ext uri="{FF2B5EF4-FFF2-40B4-BE49-F238E27FC236}">
                    <a16:creationId xmlns:a16="http://schemas.microsoft.com/office/drawing/2014/main" id="{773120F1-695E-5612-D9EC-F0E60FBBBE68}"/>
                  </a:ext>
                </a:extLst>
              </p14:cNvPr>
              <p14:cNvContentPartPr/>
              <p14:nvPr/>
            </p14:nvContentPartPr>
            <p14:xfrm>
              <a:off x="4920969" y="5390289"/>
              <a:ext cx="68040" cy="458280"/>
            </p14:xfrm>
          </p:contentPart>
        </mc:Choice>
        <mc:Fallback>
          <p:pic>
            <p:nvPicPr>
              <p:cNvPr id="76" name="墨迹 75">
                <a:extLst>
                  <a:ext uri="{FF2B5EF4-FFF2-40B4-BE49-F238E27FC236}">
                    <a16:creationId xmlns:a16="http://schemas.microsoft.com/office/drawing/2014/main" id="{773120F1-695E-5612-D9EC-F0E60FBBBE68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905849" y="5374809"/>
                <a:ext cx="98640" cy="48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77" name="墨迹 76">
                <a:extLst>
                  <a:ext uri="{FF2B5EF4-FFF2-40B4-BE49-F238E27FC236}">
                    <a16:creationId xmlns:a16="http://schemas.microsoft.com/office/drawing/2014/main" id="{1DB0A871-A147-9731-0F17-2EBB5BD06B00}"/>
                  </a:ext>
                </a:extLst>
              </p14:cNvPr>
              <p14:cNvContentPartPr/>
              <p14:nvPr/>
            </p14:nvContentPartPr>
            <p14:xfrm>
              <a:off x="5117889" y="5326209"/>
              <a:ext cx="75240" cy="541440"/>
            </p14:xfrm>
          </p:contentPart>
        </mc:Choice>
        <mc:Fallback>
          <p:pic>
            <p:nvPicPr>
              <p:cNvPr id="77" name="墨迹 76">
                <a:extLst>
                  <a:ext uri="{FF2B5EF4-FFF2-40B4-BE49-F238E27FC236}">
                    <a16:creationId xmlns:a16="http://schemas.microsoft.com/office/drawing/2014/main" id="{1DB0A871-A147-9731-0F17-2EBB5BD06B00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102769" y="5310729"/>
                <a:ext cx="105840" cy="57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78" name="墨迹 77">
                <a:extLst>
                  <a:ext uri="{FF2B5EF4-FFF2-40B4-BE49-F238E27FC236}">
                    <a16:creationId xmlns:a16="http://schemas.microsoft.com/office/drawing/2014/main" id="{DA61DD4E-A76F-8289-CAA6-56FE5D875CDB}"/>
                  </a:ext>
                </a:extLst>
              </p14:cNvPr>
              <p14:cNvContentPartPr/>
              <p14:nvPr/>
            </p14:nvContentPartPr>
            <p14:xfrm>
              <a:off x="5334969" y="5316849"/>
              <a:ext cx="53640" cy="603360"/>
            </p14:xfrm>
          </p:contentPart>
        </mc:Choice>
        <mc:Fallback>
          <p:pic>
            <p:nvPicPr>
              <p:cNvPr id="78" name="墨迹 77">
                <a:extLst>
                  <a:ext uri="{FF2B5EF4-FFF2-40B4-BE49-F238E27FC236}">
                    <a16:creationId xmlns:a16="http://schemas.microsoft.com/office/drawing/2014/main" id="{DA61DD4E-A76F-8289-CAA6-56FE5D875CDB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319489" y="5301369"/>
                <a:ext cx="84240" cy="63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79" name="墨迹 78">
                <a:extLst>
                  <a:ext uri="{FF2B5EF4-FFF2-40B4-BE49-F238E27FC236}">
                    <a16:creationId xmlns:a16="http://schemas.microsoft.com/office/drawing/2014/main" id="{9B14C287-D023-5B09-34D9-462789C8610E}"/>
                  </a:ext>
                </a:extLst>
              </p14:cNvPr>
              <p14:cNvContentPartPr/>
              <p14:nvPr/>
            </p14:nvContentPartPr>
            <p14:xfrm>
              <a:off x="5511369" y="5342409"/>
              <a:ext cx="86040" cy="504720"/>
            </p14:xfrm>
          </p:contentPart>
        </mc:Choice>
        <mc:Fallback>
          <p:pic>
            <p:nvPicPr>
              <p:cNvPr id="79" name="墨迹 78">
                <a:extLst>
                  <a:ext uri="{FF2B5EF4-FFF2-40B4-BE49-F238E27FC236}">
                    <a16:creationId xmlns:a16="http://schemas.microsoft.com/office/drawing/2014/main" id="{9B14C287-D023-5B09-34D9-462789C8610E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495889" y="5327289"/>
                <a:ext cx="116280" cy="53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80" name="墨迹 79">
                <a:extLst>
                  <a:ext uri="{FF2B5EF4-FFF2-40B4-BE49-F238E27FC236}">
                    <a16:creationId xmlns:a16="http://schemas.microsoft.com/office/drawing/2014/main" id="{6EA5F7FA-75DF-B590-2C59-46476A1B3AC8}"/>
                  </a:ext>
                </a:extLst>
              </p14:cNvPr>
              <p14:cNvContentPartPr/>
              <p14:nvPr/>
            </p14:nvContentPartPr>
            <p14:xfrm>
              <a:off x="5689209" y="5312889"/>
              <a:ext cx="80280" cy="486000"/>
            </p14:xfrm>
          </p:contentPart>
        </mc:Choice>
        <mc:Fallback>
          <p:pic>
            <p:nvPicPr>
              <p:cNvPr id="80" name="墨迹 79">
                <a:extLst>
                  <a:ext uri="{FF2B5EF4-FFF2-40B4-BE49-F238E27FC236}">
                    <a16:creationId xmlns:a16="http://schemas.microsoft.com/office/drawing/2014/main" id="{6EA5F7FA-75DF-B590-2C59-46476A1B3AC8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673729" y="5297769"/>
                <a:ext cx="110520" cy="51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81" name="墨迹 80">
                <a:extLst>
                  <a:ext uri="{FF2B5EF4-FFF2-40B4-BE49-F238E27FC236}">
                    <a16:creationId xmlns:a16="http://schemas.microsoft.com/office/drawing/2014/main" id="{02015707-8247-8629-4D59-F8652E2D3FE6}"/>
                  </a:ext>
                </a:extLst>
              </p14:cNvPr>
              <p14:cNvContentPartPr/>
              <p14:nvPr/>
            </p14:nvContentPartPr>
            <p14:xfrm>
              <a:off x="5855169" y="5312889"/>
              <a:ext cx="87480" cy="558000"/>
            </p14:xfrm>
          </p:contentPart>
        </mc:Choice>
        <mc:Fallback>
          <p:pic>
            <p:nvPicPr>
              <p:cNvPr id="81" name="墨迹 80">
                <a:extLst>
                  <a:ext uri="{FF2B5EF4-FFF2-40B4-BE49-F238E27FC236}">
                    <a16:creationId xmlns:a16="http://schemas.microsoft.com/office/drawing/2014/main" id="{02015707-8247-8629-4D59-F8652E2D3FE6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839689" y="5297409"/>
                <a:ext cx="118080" cy="58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82" name="墨迹 81">
                <a:extLst>
                  <a:ext uri="{FF2B5EF4-FFF2-40B4-BE49-F238E27FC236}">
                    <a16:creationId xmlns:a16="http://schemas.microsoft.com/office/drawing/2014/main" id="{3E3869DA-CC9D-4542-D813-D97BC87B8148}"/>
                  </a:ext>
                </a:extLst>
              </p14:cNvPr>
              <p14:cNvContentPartPr/>
              <p14:nvPr/>
            </p14:nvContentPartPr>
            <p14:xfrm>
              <a:off x="6076569" y="5367969"/>
              <a:ext cx="85680" cy="486000"/>
            </p14:xfrm>
          </p:contentPart>
        </mc:Choice>
        <mc:Fallback>
          <p:pic>
            <p:nvPicPr>
              <p:cNvPr id="82" name="墨迹 81">
                <a:extLst>
                  <a:ext uri="{FF2B5EF4-FFF2-40B4-BE49-F238E27FC236}">
                    <a16:creationId xmlns:a16="http://schemas.microsoft.com/office/drawing/2014/main" id="{3E3869DA-CC9D-4542-D813-D97BC87B8148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061449" y="5352849"/>
                <a:ext cx="116280" cy="51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83" name="墨迹 82">
                <a:extLst>
                  <a:ext uri="{FF2B5EF4-FFF2-40B4-BE49-F238E27FC236}">
                    <a16:creationId xmlns:a16="http://schemas.microsoft.com/office/drawing/2014/main" id="{7CF692DD-A44D-318E-CE70-C7D7EA34E8B6}"/>
                  </a:ext>
                </a:extLst>
              </p14:cNvPr>
              <p14:cNvContentPartPr/>
              <p14:nvPr/>
            </p14:nvContentPartPr>
            <p14:xfrm>
              <a:off x="6269889" y="5430249"/>
              <a:ext cx="92520" cy="512280"/>
            </p14:xfrm>
          </p:contentPart>
        </mc:Choice>
        <mc:Fallback>
          <p:pic>
            <p:nvPicPr>
              <p:cNvPr id="83" name="墨迹 82">
                <a:extLst>
                  <a:ext uri="{FF2B5EF4-FFF2-40B4-BE49-F238E27FC236}">
                    <a16:creationId xmlns:a16="http://schemas.microsoft.com/office/drawing/2014/main" id="{7CF692DD-A44D-318E-CE70-C7D7EA34E8B6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6254769" y="5414769"/>
                <a:ext cx="123120" cy="54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84" name="墨迹 83">
                <a:extLst>
                  <a:ext uri="{FF2B5EF4-FFF2-40B4-BE49-F238E27FC236}">
                    <a16:creationId xmlns:a16="http://schemas.microsoft.com/office/drawing/2014/main" id="{BCECBE72-28BA-B654-399F-E247C2EF414B}"/>
                  </a:ext>
                </a:extLst>
              </p14:cNvPr>
              <p14:cNvContentPartPr/>
              <p14:nvPr/>
            </p14:nvContentPartPr>
            <p14:xfrm>
              <a:off x="6487329" y="5396049"/>
              <a:ext cx="97920" cy="513000"/>
            </p14:xfrm>
          </p:contentPart>
        </mc:Choice>
        <mc:Fallback>
          <p:pic>
            <p:nvPicPr>
              <p:cNvPr id="84" name="墨迹 83">
                <a:extLst>
                  <a:ext uri="{FF2B5EF4-FFF2-40B4-BE49-F238E27FC236}">
                    <a16:creationId xmlns:a16="http://schemas.microsoft.com/office/drawing/2014/main" id="{BCECBE72-28BA-B654-399F-E247C2EF414B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6471849" y="5380569"/>
                <a:ext cx="128160" cy="54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85" name="墨迹 84">
                <a:extLst>
                  <a:ext uri="{FF2B5EF4-FFF2-40B4-BE49-F238E27FC236}">
                    <a16:creationId xmlns:a16="http://schemas.microsoft.com/office/drawing/2014/main" id="{4E78871F-D041-20C9-64F9-FE6185ABAB63}"/>
                  </a:ext>
                </a:extLst>
              </p14:cNvPr>
              <p14:cNvContentPartPr/>
              <p14:nvPr/>
            </p14:nvContentPartPr>
            <p14:xfrm>
              <a:off x="6681369" y="5390289"/>
              <a:ext cx="104040" cy="514800"/>
            </p14:xfrm>
          </p:contentPart>
        </mc:Choice>
        <mc:Fallback>
          <p:pic>
            <p:nvPicPr>
              <p:cNvPr id="85" name="墨迹 84">
                <a:extLst>
                  <a:ext uri="{FF2B5EF4-FFF2-40B4-BE49-F238E27FC236}">
                    <a16:creationId xmlns:a16="http://schemas.microsoft.com/office/drawing/2014/main" id="{4E78871F-D041-20C9-64F9-FE6185ABAB63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6666249" y="5375169"/>
                <a:ext cx="134640" cy="54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86" name="墨迹 85">
                <a:extLst>
                  <a:ext uri="{FF2B5EF4-FFF2-40B4-BE49-F238E27FC236}">
                    <a16:creationId xmlns:a16="http://schemas.microsoft.com/office/drawing/2014/main" id="{CD9BB72F-769E-B651-51F9-5ECB4C4217E4}"/>
                  </a:ext>
                </a:extLst>
              </p14:cNvPr>
              <p14:cNvContentPartPr/>
              <p14:nvPr/>
            </p14:nvContentPartPr>
            <p14:xfrm>
              <a:off x="6849489" y="5372289"/>
              <a:ext cx="114840" cy="552240"/>
            </p14:xfrm>
          </p:contentPart>
        </mc:Choice>
        <mc:Fallback>
          <p:pic>
            <p:nvPicPr>
              <p:cNvPr id="86" name="墨迹 85">
                <a:extLst>
                  <a:ext uri="{FF2B5EF4-FFF2-40B4-BE49-F238E27FC236}">
                    <a16:creationId xmlns:a16="http://schemas.microsoft.com/office/drawing/2014/main" id="{CD9BB72F-769E-B651-51F9-5ECB4C4217E4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834369" y="5356809"/>
                <a:ext cx="145440" cy="58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89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PadInk test fixture</dc:creator>
  <cp:lastModifiedBy>PadInk test fixture</cp:lastModifiedBy>
  <cp:revision>3</cp:revision>
  <dcterms:created xsi:type="dcterms:W3CDTF">2026-10-05T10:31:11Z</dcterms:created>
  <dcterms:modified xsi:type="dcterms:W3CDTF">2026-10-05T10:33:05Z</dcterms:modified>
</cp:coreProperties>
</file>